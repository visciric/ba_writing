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3" r:id="rId5"/>
    <p:sldId id="265" r:id="rId6"/>
    <p:sldId id="264" r:id="rId7"/>
    <p:sldId id="259" r:id="rId8"/>
    <p:sldId id="267" r:id="rId9"/>
    <p:sldId id="266" r:id="rId10"/>
    <p:sldId id="260" r:id="rId11"/>
    <p:sldId id="261" r:id="rId12"/>
    <p:sldId id="268" r:id="rId13"/>
    <p:sldId id="269" r:id="rId14"/>
    <p:sldId id="270" r:id="rId15"/>
    <p:sldId id="271" r:id="rId16"/>
    <p:sldId id="273" r:id="rId17"/>
    <p:sldId id="272" r:id="rId18"/>
    <p:sldId id="26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1211C-E4DD-4604-B9CB-6B5216BA9027}" v="32" dt="2025-12-14T08:47:40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66" autoAdjust="0"/>
    <p:restoredTop sz="65974" autoAdjust="0"/>
  </p:normalViewPr>
  <p:slideViewPr>
    <p:cSldViewPr snapToGrid="0">
      <p:cViewPr varScale="1">
        <p:scale>
          <a:sx n="62" d="100"/>
          <a:sy n="62" d="100"/>
        </p:scale>
        <p:origin x="4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Viscio" userId="c81a9f7c0a6bff6a" providerId="LiveId" clId="{046B77AA-9C29-489A-B267-8AEDA3B567D1}"/>
    <pc:docChg chg="undo custSel addSld modSld sldOrd">
      <pc:chgData name="Riccardo Viscio" userId="c81a9f7c0a6bff6a" providerId="LiveId" clId="{046B77AA-9C29-489A-B267-8AEDA3B567D1}" dt="2025-12-14T08:47:50.751" v="1847" actId="478"/>
      <pc:docMkLst>
        <pc:docMk/>
      </pc:docMkLst>
      <pc:sldChg chg="modSp mod">
        <pc:chgData name="Riccardo Viscio" userId="c81a9f7c0a6bff6a" providerId="LiveId" clId="{046B77AA-9C29-489A-B267-8AEDA3B567D1}" dt="2025-12-13T14:39:14.036" v="741" actId="20577"/>
        <pc:sldMkLst>
          <pc:docMk/>
          <pc:sldMk cId="2982978574" sldId="259"/>
        </pc:sldMkLst>
        <pc:spChg chg="mod">
          <ac:chgData name="Riccardo Viscio" userId="c81a9f7c0a6bff6a" providerId="LiveId" clId="{046B77AA-9C29-489A-B267-8AEDA3B567D1}" dt="2025-12-13T14:33:26.775" v="740" actId="1076"/>
          <ac:spMkLst>
            <pc:docMk/>
            <pc:sldMk cId="2982978574" sldId="259"/>
            <ac:spMk id="2" creationId="{DD832530-B03A-73E6-33DF-1DF9E72BA6EE}"/>
          </ac:spMkLst>
        </pc:spChg>
        <pc:spChg chg="mod">
          <ac:chgData name="Riccardo Viscio" userId="c81a9f7c0a6bff6a" providerId="LiveId" clId="{046B77AA-9C29-489A-B267-8AEDA3B567D1}" dt="2025-12-13T14:39:14.036" v="741" actId="20577"/>
          <ac:spMkLst>
            <pc:docMk/>
            <pc:sldMk cId="2982978574" sldId="259"/>
            <ac:spMk id="3" creationId="{D235D73B-D306-121E-7913-88C65A2A526B}"/>
          </ac:spMkLst>
        </pc:spChg>
      </pc:sldChg>
      <pc:sldChg chg="modSp new mod">
        <pc:chgData name="Riccardo Viscio" userId="c81a9f7c0a6bff6a" providerId="LiveId" clId="{046B77AA-9C29-489A-B267-8AEDA3B567D1}" dt="2025-12-13T14:33:13.522" v="739" actId="20577"/>
        <pc:sldMkLst>
          <pc:docMk/>
          <pc:sldMk cId="2798182468" sldId="266"/>
        </pc:sldMkLst>
        <pc:spChg chg="mod">
          <ac:chgData name="Riccardo Viscio" userId="c81a9f7c0a6bff6a" providerId="LiveId" clId="{046B77AA-9C29-489A-B267-8AEDA3B567D1}" dt="2025-12-13T14:31:14.569" v="415" actId="20577"/>
          <ac:spMkLst>
            <pc:docMk/>
            <pc:sldMk cId="2798182468" sldId="266"/>
            <ac:spMk id="2" creationId="{2C9A1F15-F373-545B-D083-00F9FAD67746}"/>
          </ac:spMkLst>
        </pc:spChg>
        <pc:spChg chg="mod">
          <ac:chgData name="Riccardo Viscio" userId="c81a9f7c0a6bff6a" providerId="LiveId" clId="{046B77AA-9C29-489A-B267-8AEDA3B567D1}" dt="2025-12-13T14:33:13.522" v="739" actId="20577"/>
          <ac:spMkLst>
            <pc:docMk/>
            <pc:sldMk cId="2798182468" sldId="266"/>
            <ac:spMk id="3" creationId="{61032FA5-524C-427C-1BB2-BEBBB8136EDF}"/>
          </ac:spMkLst>
        </pc:spChg>
      </pc:sldChg>
      <pc:sldChg chg="addSp delSp modSp new mod">
        <pc:chgData name="Riccardo Viscio" userId="c81a9f7c0a6bff6a" providerId="LiveId" clId="{046B77AA-9C29-489A-B267-8AEDA3B567D1}" dt="2025-12-14T08:47:50.751" v="1847" actId="478"/>
        <pc:sldMkLst>
          <pc:docMk/>
          <pc:sldMk cId="2693906528" sldId="267"/>
        </pc:sldMkLst>
        <pc:spChg chg="mod">
          <ac:chgData name="Riccardo Viscio" userId="c81a9f7c0a6bff6a" providerId="LiveId" clId="{046B77AA-9C29-489A-B267-8AEDA3B567D1}" dt="2025-12-13T14:40:28.328" v="832" actId="20577"/>
          <ac:spMkLst>
            <pc:docMk/>
            <pc:sldMk cId="2693906528" sldId="267"/>
            <ac:spMk id="2" creationId="{434C911E-85BD-E0C0-763E-1AD722AD5867}"/>
          </ac:spMkLst>
        </pc:spChg>
        <pc:spChg chg="del">
          <ac:chgData name="Riccardo Viscio" userId="c81a9f7c0a6bff6a" providerId="LiveId" clId="{046B77AA-9C29-489A-B267-8AEDA3B567D1}" dt="2025-12-13T14:40:38.347" v="833" actId="478"/>
          <ac:spMkLst>
            <pc:docMk/>
            <pc:sldMk cId="2693906528" sldId="267"/>
            <ac:spMk id="3" creationId="{54022709-0B5B-435B-2BC1-F64CD37AE794}"/>
          </ac:spMkLst>
        </pc:spChg>
        <pc:spChg chg="add mod">
          <ac:chgData name="Riccardo Viscio" userId="c81a9f7c0a6bff6a" providerId="LiveId" clId="{046B77AA-9C29-489A-B267-8AEDA3B567D1}" dt="2025-12-14T08:43:24.381" v="1829" actId="1076"/>
          <ac:spMkLst>
            <pc:docMk/>
            <pc:sldMk cId="2693906528" sldId="267"/>
            <ac:spMk id="4" creationId="{5725A1A2-A3A3-6D88-EB00-CEB21049976E}"/>
          </ac:spMkLst>
        </pc:spChg>
        <pc:spChg chg="add mod">
          <ac:chgData name="Riccardo Viscio" userId="c81a9f7c0a6bff6a" providerId="LiveId" clId="{046B77AA-9C29-489A-B267-8AEDA3B567D1}" dt="2025-12-13T14:40:57.540" v="857" actId="20577"/>
          <ac:spMkLst>
            <pc:docMk/>
            <pc:sldMk cId="2693906528" sldId="267"/>
            <ac:spMk id="5" creationId="{C6CEB24B-6084-D144-5474-8EDAEAACA573}"/>
          </ac:spMkLst>
        </pc:spChg>
        <pc:spChg chg="add mod">
          <ac:chgData name="Riccardo Viscio" userId="c81a9f7c0a6bff6a" providerId="LiveId" clId="{046B77AA-9C29-489A-B267-8AEDA3B567D1}" dt="2025-12-13T14:41:07.319" v="876" actId="20577"/>
          <ac:spMkLst>
            <pc:docMk/>
            <pc:sldMk cId="2693906528" sldId="267"/>
            <ac:spMk id="6" creationId="{7A26D64F-A77C-CA2B-5651-8BEFA4B875CD}"/>
          </ac:spMkLst>
        </pc:spChg>
        <pc:spChg chg="add mod">
          <ac:chgData name="Riccardo Viscio" userId="c81a9f7c0a6bff6a" providerId="LiveId" clId="{046B77AA-9C29-489A-B267-8AEDA3B567D1}" dt="2025-12-13T14:41:17.103" v="901" actId="20577"/>
          <ac:spMkLst>
            <pc:docMk/>
            <pc:sldMk cId="2693906528" sldId="267"/>
            <ac:spMk id="7" creationId="{21973B26-C465-79F5-D2DE-580841E1BA26}"/>
          </ac:spMkLst>
        </pc:spChg>
        <pc:spChg chg="add mod">
          <ac:chgData name="Riccardo Viscio" userId="c81a9f7c0a6bff6a" providerId="LiveId" clId="{046B77AA-9C29-489A-B267-8AEDA3B567D1}" dt="2025-12-13T14:41:28.153" v="915" actId="20577"/>
          <ac:spMkLst>
            <pc:docMk/>
            <pc:sldMk cId="2693906528" sldId="267"/>
            <ac:spMk id="8" creationId="{5D0FDB14-322C-261B-B6A8-19C9DC47DFBC}"/>
          </ac:spMkLst>
        </pc:spChg>
        <pc:spChg chg="add mod">
          <ac:chgData name="Riccardo Viscio" userId="c81a9f7c0a6bff6a" providerId="LiveId" clId="{046B77AA-9C29-489A-B267-8AEDA3B567D1}" dt="2025-12-13T14:41:39.836" v="923" actId="20577"/>
          <ac:spMkLst>
            <pc:docMk/>
            <pc:sldMk cId="2693906528" sldId="267"/>
            <ac:spMk id="9" creationId="{26109310-E2DB-0913-79BC-8598BE47AF5F}"/>
          </ac:spMkLst>
        </pc:spChg>
        <pc:spChg chg="mod">
          <ac:chgData name="Riccardo Viscio" userId="c81a9f7c0a6bff6a" providerId="LiveId" clId="{046B77AA-9C29-489A-B267-8AEDA3B567D1}" dt="2025-12-14T08:43:21.663" v="1828"/>
          <ac:spMkLst>
            <pc:docMk/>
            <pc:sldMk cId="2693906528" sldId="267"/>
            <ac:spMk id="10" creationId="{5FF8F798-232C-9692-E7B9-A456552EC88C}"/>
          </ac:spMkLst>
        </pc:spChg>
        <pc:spChg chg="mod">
          <ac:chgData name="Riccardo Viscio" userId="c81a9f7c0a6bff6a" providerId="LiveId" clId="{046B77AA-9C29-489A-B267-8AEDA3B567D1}" dt="2025-12-14T08:43:21.663" v="1828"/>
          <ac:spMkLst>
            <pc:docMk/>
            <pc:sldMk cId="2693906528" sldId="267"/>
            <ac:spMk id="11" creationId="{614280B9-1478-4DF7-59CB-26B551188AFE}"/>
          </ac:spMkLst>
        </pc:spChg>
        <pc:spChg chg="mod">
          <ac:chgData name="Riccardo Viscio" userId="c81a9f7c0a6bff6a" providerId="LiveId" clId="{046B77AA-9C29-489A-B267-8AEDA3B567D1}" dt="2025-12-14T08:43:21.663" v="1828"/>
          <ac:spMkLst>
            <pc:docMk/>
            <pc:sldMk cId="2693906528" sldId="267"/>
            <ac:spMk id="12" creationId="{9D6C1650-C521-E173-AEC7-2375B1492915}"/>
          </ac:spMkLst>
        </pc:spChg>
        <pc:spChg chg="mod">
          <ac:chgData name="Riccardo Viscio" userId="c81a9f7c0a6bff6a" providerId="LiveId" clId="{046B77AA-9C29-489A-B267-8AEDA3B567D1}" dt="2025-12-14T08:43:21.663" v="1828"/>
          <ac:spMkLst>
            <pc:docMk/>
            <pc:sldMk cId="2693906528" sldId="267"/>
            <ac:spMk id="13" creationId="{E3EFFE46-CF6A-92AA-588E-E58CE5084598}"/>
          </ac:spMkLst>
        </pc:spChg>
        <pc:spChg chg="mod">
          <ac:chgData name="Riccardo Viscio" userId="c81a9f7c0a6bff6a" providerId="LiveId" clId="{046B77AA-9C29-489A-B267-8AEDA3B567D1}" dt="2025-12-14T08:43:38.135" v="1830"/>
          <ac:spMkLst>
            <pc:docMk/>
            <pc:sldMk cId="2693906528" sldId="267"/>
            <ac:spMk id="15" creationId="{87291398-3EB1-51AE-4A02-62FFB6440DAB}"/>
          </ac:spMkLst>
        </pc:spChg>
        <pc:spChg chg="mod">
          <ac:chgData name="Riccardo Viscio" userId="c81a9f7c0a6bff6a" providerId="LiveId" clId="{046B77AA-9C29-489A-B267-8AEDA3B567D1}" dt="2025-12-14T08:43:38.135" v="1830"/>
          <ac:spMkLst>
            <pc:docMk/>
            <pc:sldMk cId="2693906528" sldId="267"/>
            <ac:spMk id="16" creationId="{F2AAC1E0-754A-7D62-2F19-AB217B5B492A}"/>
          </ac:spMkLst>
        </pc:spChg>
        <pc:spChg chg="mod">
          <ac:chgData name="Riccardo Viscio" userId="c81a9f7c0a6bff6a" providerId="LiveId" clId="{046B77AA-9C29-489A-B267-8AEDA3B567D1}" dt="2025-12-14T08:43:38.135" v="1830"/>
          <ac:spMkLst>
            <pc:docMk/>
            <pc:sldMk cId="2693906528" sldId="267"/>
            <ac:spMk id="17" creationId="{44AC18A5-4E85-4F31-243A-99BE4A841FC8}"/>
          </ac:spMkLst>
        </pc:spChg>
        <pc:spChg chg="mod">
          <ac:chgData name="Riccardo Viscio" userId="c81a9f7c0a6bff6a" providerId="LiveId" clId="{046B77AA-9C29-489A-B267-8AEDA3B567D1}" dt="2025-12-14T08:43:38.135" v="1830"/>
          <ac:spMkLst>
            <pc:docMk/>
            <pc:sldMk cId="2693906528" sldId="267"/>
            <ac:spMk id="18" creationId="{27CDBD30-9019-D222-C6CD-C2B8C39C7394}"/>
          </ac:spMkLst>
        </pc:spChg>
        <pc:spChg chg="mod">
          <ac:chgData name="Riccardo Viscio" userId="c81a9f7c0a6bff6a" providerId="LiveId" clId="{046B77AA-9C29-489A-B267-8AEDA3B567D1}" dt="2025-12-14T08:43:38.135" v="1830"/>
          <ac:spMkLst>
            <pc:docMk/>
            <pc:sldMk cId="2693906528" sldId="267"/>
            <ac:spMk id="19" creationId="{3FC0B439-40B1-69B4-9C88-5AFEA8FCD0C3}"/>
          </ac:spMkLst>
        </pc:spChg>
        <pc:spChg chg="mod">
          <ac:chgData name="Riccardo Viscio" userId="c81a9f7c0a6bff6a" providerId="LiveId" clId="{046B77AA-9C29-489A-B267-8AEDA3B567D1}" dt="2025-12-14T08:44:42.035" v="1833"/>
          <ac:spMkLst>
            <pc:docMk/>
            <pc:sldMk cId="2693906528" sldId="267"/>
            <ac:spMk id="21" creationId="{71D2D8C3-D7F1-E74E-1AE9-987FADA7BAEF}"/>
          </ac:spMkLst>
        </pc:spChg>
        <pc:spChg chg="mod">
          <ac:chgData name="Riccardo Viscio" userId="c81a9f7c0a6bff6a" providerId="LiveId" clId="{046B77AA-9C29-489A-B267-8AEDA3B567D1}" dt="2025-12-14T08:44:42.035" v="1833"/>
          <ac:spMkLst>
            <pc:docMk/>
            <pc:sldMk cId="2693906528" sldId="267"/>
            <ac:spMk id="22" creationId="{C8DD3C39-8517-6B5D-B179-990F9C605C63}"/>
          </ac:spMkLst>
        </pc:spChg>
        <pc:spChg chg="mod">
          <ac:chgData name="Riccardo Viscio" userId="c81a9f7c0a6bff6a" providerId="LiveId" clId="{046B77AA-9C29-489A-B267-8AEDA3B567D1}" dt="2025-12-14T08:45:20.809" v="1835"/>
          <ac:spMkLst>
            <pc:docMk/>
            <pc:sldMk cId="2693906528" sldId="267"/>
            <ac:spMk id="24" creationId="{7BEFCC77-D802-9029-7146-958140BE0C7B}"/>
          </ac:spMkLst>
        </pc:spChg>
        <pc:spChg chg="mod">
          <ac:chgData name="Riccardo Viscio" userId="c81a9f7c0a6bff6a" providerId="LiveId" clId="{046B77AA-9C29-489A-B267-8AEDA3B567D1}" dt="2025-12-14T08:45:20.809" v="1835"/>
          <ac:spMkLst>
            <pc:docMk/>
            <pc:sldMk cId="2693906528" sldId="267"/>
            <ac:spMk id="25" creationId="{9ABABA71-C17F-B709-AE10-9217BFAEDE26}"/>
          </ac:spMkLst>
        </pc:spChg>
        <pc:spChg chg="mod">
          <ac:chgData name="Riccardo Viscio" userId="c81a9f7c0a6bff6a" providerId="LiveId" clId="{046B77AA-9C29-489A-B267-8AEDA3B567D1}" dt="2025-12-14T08:45:20.809" v="1835"/>
          <ac:spMkLst>
            <pc:docMk/>
            <pc:sldMk cId="2693906528" sldId="267"/>
            <ac:spMk id="26" creationId="{CECFE460-36C6-C554-009A-EE6FD531459C}"/>
          </ac:spMkLst>
        </pc:spChg>
        <pc:spChg chg="mod">
          <ac:chgData name="Riccardo Viscio" userId="c81a9f7c0a6bff6a" providerId="LiveId" clId="{046B77AA-9C29-489A-B267-8AEDA3B567D1}" dt="2025-12-14T08:45:20.809" v="1835"/>
          <ac:spMkLst>
            <pc:docMk/>
            <pc:sldMk cId="2693906528" sldId="267"/>
            <ac:spMk id="27" creationId="{4F812851-73A8-151B-AF1C-5EA43DA1A460}"/>
          </ac:spMkLst>
        </pc:spChg>
        <pc:spChg chg="mod">
          <ac:chgData name="Riccardo Viscio" userId="c81a9f7c0a6bff6a" providerId="LiveId" clId="{046B77AA-9C29-489A-B267-8AEDA3B567D1}" dt="2025-12-14T08:45:46.845" v="1837"/>
          <ac:spMkLst>
            <pc:docMk/>
            <pc:sldMk cId="2693906528" sldId="267"/>
            <ac:spMk id="29" creationId="{90C1A58D-43EB-A585-75CE-1C694EEC5288}"/>
          </ac:spMkLst>
        </pc:spChg>
        <pc:spChg chg="mod">
          <ac:chgData name="Riccardo Viscio" userId="c81a9f7c0a6bff6a" providerId="LiveId" clId="{046B77AA-9C29-489A-B267-8AEDA3B567D1}" dt="2025-12-14T08:45:46.845" v="1837"/>
          <ac:spMkLst>
            <pc:docMk/>
            <pc:sldMk cId="2693906528" sldId="267"/>
            <ac:spMk id="30" creationId="{1B6C4BD6-8615-6BCC-F442-07365445B38F}"/>
          </ac:spMkLst>
        </pc:spChg>
        <pc:spChg chg="mod">
          <ac:chgData name="Riccardo Viscio" userId="c81a9f7c0a6bff6a" providerId="LiveId" clId="{046B77AA-9C29-489A-B267-8AEDA3B567D1}" dt="2025-12-14T08:46:47.356" v="1839"/>
          <ac:spMkLst>
            <pc:docMk/>
            <pc:sldMk cId="2693906528" sldId="267"/>
            <ac:spMk id="32" creationId="{A1CF0D99-3E80-A3A7-85A1-62F1AF601C6F}"/>
          </ac:spMkLst>
        </pc:spChg>
        <pc:spChg chg="mod">
          <ac:chgData name="Riccardo Viscio" userId="c81a9f7c0a6bff6a" providerId="LiveId" clId="{046B77AA-9C29-489A-B267-8AEDA3B567D1}" dt="2025-12-14T08:46:47.356" v="1839"/>
          <ac:spMkLst>
            <pc:docMk/>
            <pc:sldMk cId="2693906528" sldId="267"/>
            <ac:spMk id="33" creationId="{9767B03F-3B3F-DACF-54D5-0A0D57FE9182}"/>
          </ac:spMkLst>
        </pc:spChg>
        <pc:spChg chg="mod">
          <ac:chgData name="Riccardo Viscio" userId="c81a9f7c0a6bff6a" providerId="LiveId" clId="{046B77AA-9C29-489A-B267-8AEDA3B567D1}" dt="2025-12-14T08:47:05.835" v="1841"/>
          <ac:spMkLst>
            <pc:docMk/>
            <pc:sldMk cId="2693906528" sldId="267"/>
            <ac:spMk id="35" creationId="{382A4FCF-2448-2C5F-CEB0-4FE1234F4798}"/>
          </ac:spMkLst>
        </pc:spChg>
        <pc:spChg chg="mod">
          <ac:chgData name="Riccardo Viscio" userId="c81a9f7c0a6bff6a" providerId="LiveId" clId="{046B77AA-9C29-489A-B267-8AEDA3B567D1}" dt="2025-12-14T08:47:05.835" v="1841"/>
          <ac:spMkLst>
            <pc:docMk/>
            <pc:sldMk cId="2693906528" sldId="267"/>
            <ac:spMk id="36" creationId="{72054995-94C5-341B-08EF-46A85CB55334}"/>
          </ac:spMkLst>
        </pc:spChg>
        <pc:spChg chg="mod">
          <ac:chgData name="Riccardo Viscio" userId="c81a9f7c0a6bff6a" providerId="LiveId" clId="{046B77AA-9C29-489A-B267-8AEDA3B567D1}" dt="2025-12-14T08:47:40.568" v="1844"/>
          <ac:spMkLst>
            <pc:docMk/>
            <pc:sldMk cId="2693906528" sldId="267"/>
            <ac:spMk id="38" creationId="{2D808AE0-D178-2A5F-04D6-CAF4D220B13D}"/>
          </ac:spMkLst>
        </pc:spChg>
        <pc:spChg chg="mod">
          <ac:chgData name="Riccardo Viscio" userId="c81a9f7c0a6bff6a" providerId="LiveId" clId="{046B77AA-9C29-489A-B267-8AEDA3B567D1}" dt="2025-12-14T08:47:40.568" v="1844"/>
          <ac:spMkLst>
            <pc:docMk/>
            <pc:sldMk cId="2693906528" sldId="267"/>
            <ac:spMk id="39" creationId="{9319807A-3D1D-88A7-519E-335A237D0029}"/>
          </ac:spMkLst>
        </pc:spChg>
        <pc:spChg chg="mod">
          <ac:chgData name="Riccardo Viscio" userId="c81a9f7c0a6bff6a" providerId="LiveId" clId="{046B77AA-9C29-489A-B267-8AEDA3B567D1}" dt="2025-12-14T08:47:40.568" v="1844"/>
          <ac:spMkLst>
            <pc:docMk/>
            <pc:sldMk cId="2693906528" sldId="267"/>
            <ac:spMk id="40" creationId="{019C2F21-AE2A-DC79-5169-9C7EC9D26AAC}"/>
          </ac:spMkLst>
        </pc:spChg>
        <pc:spChg chg="mod">
          <ac:chgData name="Riccardo Viscio" userId="c81a9f7c0a6bff6a" providerId="LiveId" clId="{046B77AA-9C29-489A-B267-8AEDA3B567D1}" dt="2025-12-14T08:47:40.568" v="1844"/>
          <ac:spMkLst>
            <pc:docMk/>
            <pc:sldMk cId="2693906528" sldId="267"/>
            <ac:spMk id="41" creationId="{6A232853-8ADB-EF04-D977-787432DF15F9}"/>
          </ac:spMkLst>
        </pc:spChg>
        <pc:spChg chg="mod">
          <ac:chgData name="Riccardo Viscio" userId="c81a9f7c0a6bff6a" providerId="LiveId" clId="{046B77AA-9C29-489A-B267-8AEDA3B567D1}" dt="2025-12-14T08:47:40.568" v="1844"/>
          <ac:spMkLst>
            <pc:docMk/>
            <pc:sldMk cId="2693906528" sldId="267"/>
            <ac:spMk id="42" creationId="{117B3249-B4EF-3237-1AA4-B321A8B6D6BD}"/>
          </ac:spMkLst>
        </pc:spChg>
        <pc:grpChg chg="add del mod">
          <ac:chgData name="Riccardo Viscio" userId="c81a9f7c0a6bff6a" providerId="LiveId" clId="{046B77AA-9C29-489A-B267-8AEDA3B567D1}" dt="2025-12-14T08:43:44.885" v="1832" actId="478"/>
          <ac:grpSpMkLst>
            <pc:docMk/>
            <pc:sldMk cId="2693906528" sldId="267"/>
            <ac:grpSpMk id="3" creationId="{93B81FBE-2678-7C93-C7A3-B74C567BAD91}"/>
          </ac:grpSpMkLst>
        </pc:grpChg>
        <pc:grpChg chg="add mod">
          <ac:chgData name="Riccardo Viscio" userId="c81a9f7c0a6bff6a" providerId="LiveId" clId="{046B77AA-9C29-489A-B267-8AEDA3B567D1}" dt="2025-12-14T08:43:40.509" v="1831" actId="1076"/>
          <ac:grpSpMkLst>
            <pc:docMk/>
            <pc:sldMk cId="2693906528" sldId="267"/>
            <ac:grpSpMk id="14" creationId="{7C782423-EE05-8B04-B4A0-C57C71712C11}"/>
          </ac:grpSpMkLst>
        </pc:grpChg>
        <pc:grpChg chg="add mod">
          <ac:chgData name="Riccardo Viscio" userId="c81a9f7c0a6bff6a" providerId="LiveId" clId="{046B77AA-9C29-489A-B267-8AEDA3B567D1}" dt="2025-12-14T08:44:45.402" v="1834" actId="1076"/>
          <ac:grpSpMkLst>
            <pc:docMk/>
            <pc:sldMk cId="2693906528" sldId="267"/>
            <ac:grpSpMk id="20" creationId="{825B220E-8E53-955A-62C6-99AC3F7BE237}"/>
          </ac:grpSpMkLst>
        </pc:grpChg>
        <pc:grpChg chg="add del mod">
          <ac:chgData name="Riccardo Viscio" userId="c81a9f7c0a6bff6a" providerId="LiveId" clId="{046B77AA-9C29-489A-B267-8AEDA3B567D1}" dt="2025-12-14T08:47:50.751" v="1847" actId="478"/>
          <ac:grpSpMkLst>
            <pc:docMk/>
            <pc:sldMk cId="2693906528" sldId="267"/>
            <ac:grpSpMk id="23" creationId="{756837CC-96E1-358E-77CD-117C5C22EC75}"/>
          </ac:grpSpMkLst>
        </pc:grpChg>
        <pc:grpChg chg="add mod">
          <ac:chgData name="Riccardo Viscio" userId="c81a9f7c0a6bff6a" providerId="LiveId" clId="{046B77AA-9C29-489A-B267-8AEDA3B567D1}" dt="2025-12-14T08:47:46.022" v="1846" actId="1076"/>
          <ac:grpSpMkLst>
            <pc:docMk/>
            <pc:sldMk cId="2693906528" sldId="267"/>
            <ac:grpSpMk id="28" creationId="{C9988C16-1495-FCA6-EA88-F44A58BA762B}"/>
          </ac:grpSpMkLst>
        </pc:grpChg>
        <pc:grpChg chg="add mod">
          <ac:chgData name="Riccardo Viscio" userId="c81a9f7c0a6bff6a" providerId="LiveId" clId="{046B77AA-9C29-489A-B267-8AEDA3B567D1}" dt="2025-12-14T08:46:50.382" v="1840" actId="1076"/>
          <ac:grpSpMkLst>
            <pc:docMk/>
            <pc:sldMk cId="2693906528" sldId="267"/>
            <ac:grpSpMk id="31" creationId="{5A3362F5-AD81-E55E-D830-0CED6A5F597D}"/>
          </ac:grpSpMkLst>
        </pc:grpChg>
        <pc:grpChg chg="add mod">
          <ac:chgData name="Riccardo Viscio" userId="c81a9f7c0a6bff6a" providerId="LiveId" clId="{046B77AA-9C29-489A-B267-8AEDA3B567D1}" dt="2025-12-14T08:47:08.005" v="1842" actId="1076"/>
          <ac:grpSpMkLst>
            <pc:docMk/>
            <pc:sldMk cId="2693906528" sldId="267"/>
            <ac:grpSpMk id="34" creationId="{83291231-4AD1-554A-21FC-CF9C39F50285}"/>
          </ac:grpSpMkLst>
        </pc:grpChg>
        <pc:grpChg chg="add mod">
          <ac:chgData name="Riccardo Viscio" userId="c81a9f7c0a6bff6a" providerId="LiveId" clId="{046B77AA-9C29-489A-B267-8AEDA3B567D1}" dt="2025-12-14T08:47:42.789" v="1845" actId="1076"/>
          <ac:grpSpMkLst>
            <pc:docMk/>
            <pc:sldMk cId="2693906528" sldId="267"/>
            <ac:grpSpMk id="37" creationId="{3B6CC264-6DD5-B6C3-B2B8-FA8DE30DA934}"/>
          </ac:grpSpMkLst>
        </pc:grpChg>
      </pc:sldChg>
      <pc:sldChg chg="addSp delSp modSp new mod">
        <pc:chgData name="Riccardo Viscio" userId="c81a9f7c0a6bff6a" providerId="LiveId" clId="{046B77AA-9C29-489A-B267-8AEDA3B567D1}" dt="2025-12-13T15:46:50.749" v="1366" actId="1076"/>
        <pc:sldMkLst>
          <pc:docMk/>
          <pc:sldMk cId="4183883846" sldId="268"/>
        </pc:sldMkLst>
        <pc:spChg chg="mod">
          <ac:chgData name="Riccardo Viscio" userId="c81a9f7c0a6bff6a" providerId="LiveId" clId="{046B77AA-9C29-489A-B267-8AEDA3B567D1}" dt="2025-12-13T15:30:27.678" v="1025" actId="20577"/>
          <ac:spMkLst>
            <pc:docMk/>
            <pc:sldMk cId="4183883846" sldId="268"/>
            <ac:spMk id="2" creationId="{9A7AA855-F802-B770-8C2D-1E3EB572A74B}"/>
          </ac:spMkLst>
        </pc:spChg>
        <pc:spChg chg="del">
          <ac:chgData name="Riccardo Viscio" userId="c81a9f7c0a6bff6a" providerId="LiveId" clId="{046B77AA-9C29-489A-B267-8AEDA3B567D1}" dt="2025-12-13T15:22:56.610" v="947"/>
          <ac:spMkLst>
            <pc:docMk/>
            <pc:sldMk cId="4183883846" sldId="268"/>
            <ac:spMk id="3" creationId="{DF224D5C-AB87-2E1A-8AF6-5B5CAB572562}"/>
          </ac:spMkLst>
        </pc:spChg>
        <pc:spChg chg="add del mod">
          <ac:chgData name="Riccardo Viscio" userId="c81a9f7c0a6bff6a" providerId="LiveId" clId="{046B77AA-9C29-489A-B267-8AEDA3B567D1}" dt="2025-12-13T15:30:55.086" v="1040" actId="478"/>
          <ac:spMkLst>
            <pc:docMk/>
            <pc:sldMk cId="4183883846" sldId="268"/>
            <ac:spMk id="11" creationId="{5242EF6E-1252-2381-989D-46B08CDD88BA}"/>
          </ac:spMkLst>
        </pc:spChg>
        <pc:spChg chg="add del mod">
          <ac:chgData name="Riccardo Viscio" userId="c81a9f7c0a6bff6a" providerId="LiveId" clId="{046B77AA-9C29-489A-B267-8AEDA3B567D1}" dt="2025-12-13T15:32:46.254" v="1041"/>
          <ac:spMkLst>
            <pc:docMk/>
            <pc:sldMk cId="4183883846" sldId="268"/>
            <ac:spMk id="13" creationId="{C9AE3A9B-2B4D-38FD-F9AB-0BB20699C0B7}"/>
          </ac:spMkLst>
        </pc:spChg>
        <pc:picChg chg="add del mod">
          <ac:chgData name="Riccardo Viscio" userId="c81a9f7c0a6bff6a" providerId="LiveId" clId="{046B77AA-9C29-489A-B267-8AEDA3B567D1}" dt="2025-12-13T15:30:32.129" v="1026" actId="478"/>
          <ac:picMkLst>
            <pc:docMk/>
            <pc:sldMk cId="4183883846" sldId="268"/>
            <ac:picMk id="5" creationId="{4EC8D19A-B8D8-D5BE-B91D-BA76ED9FD649}"/>
          </ac:picMkLst>
        </pc:picChg>
        <pc:picChg chg="add del mod">
          <ac:chgData name="Riccardo Viscio" userId="c81a9f7c0a6bff6a" providerId="LiveId" clId="{046B77AA-9C29-489A-B267-8AEDA3B567D1}" dt="2025-12-13T15:30:32.129" v="1026" actId="478"/>
          <ac:picMkLst>
            <pc:docMk/>
            <pc:sldMk cId="4183883846" sldId="268"/>
            <ac:picMk id="7" creationId="{02E45C35-A115-7AE0-48AE-1939D312884C}"/>
          </ac:picMkLst>
        </pc:picChg>
        <pc:picChg chg="add del mod">
          <ac:chgData name="Riccardo Viscio" userId="c81a9f7c0a6bff6a" providerId="LiveId" clId="{046B77AA-9C29-489A-B267-8AEDA3B567D1}" dt="2025-12-13T15:30:32.129" v="1026" actId="478"/>
          <ac:picMkLst>
            <pc:docMk/>
            <pc:sldMk cId="4183883846" sldId="268"/>
            <ac:picMk id="9" creationId="{16BFF9B2-3646-53AA-ED9D-00FB9781984F}"/>
          </ac:picMkLst>
        </pc:picChg>
        <pc:picChg chg="add mod modCrop">
          <ac:chgData name="Riccardo Viscio" userId="c81a9f7c0a6bff6a" providerId="LiveId" clId="{046B77AA-9C29-489A-B267-8AEDA3B567D1}" dt="2025-12-13T15:46:50.749" v="1366" actId="1076"/>
          <ac:picMkLst>
            <pc:docMk/>
            <pc:sldMk cId="4183883846" sldId="268"/>
            <ac:picMk id="15" creationId="{7E447EE2-0068-6663-E588-58ACCC1D6900}"/>
          </ac:picMkLst>
        </pc:picChg>
      </pc:sldChg>
      <pc:sldChg chg="addSp delSp modSp new mod">
        <pc:chgData name="Riccardo Viscio" userId="c81a9f7c0a6bff6a" providerId="LiveId" clId="{046B77AA-9C29-489A-B267-8AEDA3B567D1}" dt="2025-12-13T15:46:07.754" v="1364" actId="20577"/>
        <pc:sldMkLst>
          <pc:docMk/>
          <pc:sldMk cId="2297594363" sldId="269"/>
        </pc:sldMkLst>
        <pc:spChg chg="mod">
          <ac:chgData name="Riccardo Viscio" userId="c81a9f7c0a6bff6a" providerId="LiveId" clId="{046B77AA-9C29-489A-B267-8AEDA3B567D1}" dt="2025-12-13T15:24:56.030" v="992" actId="20577"/>
          <ac:spMkLst>
            <pc:docMk/>
            <pc:sldMk cId="2297594363" sldId="269"/>
            <ac:spMk id="2" creationId="{44012775-72D2-71F2-56F6-F563CFFDB5F8}"/>
          </ac:spMkLst>
        </pc:spChg>
        <pc:spChg chg="del">
          <ac:chgData name="Riccardo Viscio" userId="c81a9f7c0a6bff6a" providerId="LiveId" clId="{046B77AA-9C29-489A-B267-8AEDA3B567D1}" dt="2025-12-13T15:25:24.418" v="993"/>
          <ac:spMkLst>
            <pc:docMk/>
            <pc:sldMk cId="2297594363" sldId="269"/>
            <ac:spMk id="3" creationId="{502C00AE-E9EA-AF9B-4163-6AFBAC83AD03}"/>
          </ac:spMkLst>
        </pc:spChg>
        <pc:spChg chg="add del mod">
          <ac:chgData name="Riccardo Viscio" userId="c81a9f7c0a6bff6a" providerId="LiveId" clId="{046B77AA-9C29-489A-B267-8AEDA3B567D1}" dt="2025-12-13T15:30:12.481" v="1003"/>
          <ac:spMkLst>
            <pc:docMk/>
            <pc:sldMk cId="2297594363" sldId="269"/>
            <ac:spMk id="6" creationId="{7E465712-9C03-126C-AD8E-2C269F33B8A1}"/>
          </ac:spMkLst>
        </pc:spChg>
        <pc:spChg chg="add mod">
          <ac:chgData name="Riccardo Viscio" userId="c81a9f7c0a6bff6a" providerId="LiveId" clId="{046B77AA-9C29-489A-B267-8AEDA3B567D1}" dt="2025-12-13T15:46:07.754" v="1364" actId="20577"/>
          <ac:spMkLst>
            <pc:docMk/>
            <pc:sldMk cId="2297594363" sldId="269"/>
            <ac:spMk id="7" creationId="{9AC5252B-6A9D-BAC5-590A-C4A1AB292DBE}"/>
          </ac:spMkLst>
        </pc:spChg>
        <pc:picChg chg="add mod modCrop">
          <ac:chgData name="Riccardo Viscio" userId="c81a9f7c0a6bff6a" providerId="LiveId" clId="{046B77AA-9C29-489A-B267-8AEDA3B567D1}" dt="2025-12-13T15:41:18.470" v="1053" actId="732"/>
          <ac:picMkLst>
            <pc:docMk/>
            <pc:sldMk cId="2297594363" sldId="269"/>
            <ac:picMk id="5" creationId="{1F328736-E9A0-768B-D892-28C01C604668}"/>
          </ac:picMkLst>
        </pc:picChg>
      </pc:sldChg>
      <pc:sldChg chg="addSp modSp new mod">
        <pc:chgData name="Riccardo Viscio" userId="c81a9f7c0a6bff6a" providerId="LiveId" clId="{046B77AA-9C29-489A-B267-8AEDA3B567D1}" dt="2025-12-13T15:52:51.303" v="1553" actId="20577"/>
        <pc:sldMkLst>
          <pc:docMk/>
          <pc:sldMk cId="1029901919" sldId="270"/>
        </pc:sldMkLst>
        <pc:spChg chg="mod">
          <ac:chgData name="Riccardo Viscio" userId="c81a9f7c0a6bff6a" providerId="LiveId" clId="{046B77AA-9C29-489A-B267-8AEDA3B567D1}" dt="2025-12-13T15:50:30.659" v="1372" actId="20577"/>
          <ac:spMkLst>
            <pc:docMk/>
            <pc:sldMk cId="1029901919" sldId="270"/>
            <ac:spMk id="2" creationId="{7A50E752-9C2F-D894-EDC3-F564D3DABEFB}"/>
          </ac:spMkLst>
        </pc:spChg>
        <pc:spChg chg="mod">
          <ac:chgData name="Riccardo Viscio" userId="c81a9f7c0a6bff6a" providerId="LiveId" clId="{046B77AA-9C29-489A-B267-8AEDA3B567D1}" dt="2025-12-13T15:52:51.303" v="1553" actId="20577"/>
          <ac:spMkLst>
            <pc:docMk/>
            <pc:sldMk cId="1029901919" sldId="270"/>
            <ac:spMk id="3" creationId="{74DC2F07-0847-A4E9-12E0-733BE3958840}"/>
          </ac:spMkLst>
        </pc:spChg>
        <pc:picChg chg="add mod">
          <ac:chgData name="Riccardo Viscio" userId="c81a9f7c0a6bff6a" providerId="LiveId" clId="{046B77AA-9C29-489A-B267-8AEDA3B567D1}" dt="2025-12-13T15:52:29.362" v="1481" actId="1076"/>
          <ac:picMkLst>
            <pc:docMk/>
            <pc:sldMk cId="1029901919" sldId="270"/>
            <ac:picMk id="5" creationId="{2D5EEC32-7D24-A468-F87E-CDF19A399433}"/>
          </ac:picMkLst>
        </pc:picChg>
      </pc:sldChg>
      <pc:sldChg chg="addSp delSp modSp new mod">
        <pc:chgData name="Riccardo Viscio" userId="c81a9f7c0a6bff6a" providerId="LiveId" clId="{046B77AA-9C29-489A-B267-8AEDA3B567D1}" dt="2025-12-13T15:59:08.036" v="1600" actId="20577"/>
        <pc:sldMkLst>
          <pc:docMk/>
          <pc:sldMk cId="4000625518" sldId="271"/>
        </pc:sldMkLst>
        <pc:spChg chg="mod">
          <ac:chgData name="Riccardo Viscio" userId="c81a9f7c0a6bff6a" providerId="LiveId" clId="{046B77AA-9C29-489A-B267-8AEDA3B567D1}" dt="2025-12-13T15:58:22.411" v="1564" actId="20577"/>
          <ac:spMkLst>
            <pc:docMk/>
            <pc:sldMk cId="4000625518" sldId="271"/>
            <ac:spMk id="2" creationId="{04D5D741-49D3-CCC5-49EF-73A538B1A1B1}"/>
          </ac:spMkLst>
        </pc:spChg>
        <pc:spChg chg="del">
          <ac:chgData name="Riccardo Viscio" userId="c81a9f7c0a6bff6a" providerId="LiveId" clId="{046B77AA-9C29-489A-B267-8AEDA3B567D1}" dt="2025-12-13T15:58:17.412" v="1555"/>
          <ac:spMkLst>
            <pc:docMk/>
            <pc:sldMk cId="4000625518" sldId="271"/>
            <ac:spMk id="3" creationId="{F05EA963-F6DC-BB57-8275-927780990717}"/>
          </ac:spMkLst>
        </pc:spChg>
        <pc:spChg chg="add mod">
          <ac:chgData name="Riccardo Viscio" userId="c81a9f7c0a6bff6a" providerId="LiveId" clId="{046B77AA-9C29-489A-B267-8AEDA3B567D1}" dt="2025-12-13T15:59:08.036" v="1600" actId="20577"/>
          <ac:spMkLst>
            <pc:docMk/>
            <pc:sldMk cId="4000625518" sldId="271"/>
            <ac:spMk id="6" creationId="{FD69C257-D751-F41C-A0C2-E8726C56B772}"/>
          </ac:spMkLst>
        </pc:spChg>
        <pc:picChg chg="add mod">
          <ac:chgData name="Riccardo Viscio" userId="c81a9f7c0a6bff6a" providerId="LiveId" clId="{046B77AA-9C29-489A-B267-8AEDA3B567D1}" dt="2025-12-13T15:58:39.529" v="1569" actId="1076"/>
          <ac:picMkLst>
            <pc:docMk/>
            <pc:sldMk cId="4000625518" sldId="271"/>
            <ac:picMk id="5" creationId="{0A793EB2-9621-2361-72F0-8C5D27BECF8A}"/>
          </ac:picMkLst>
        </pc:picChg>
      </pc:sldChg>
      <pc:sldChg chg="addSp modSp new mod modNotesTx">
        <pc:chgData name="Riccardo Viscio" userId="c81a9f7c0a6bff6a" providerId="LiveId" clId="{046B77AA-9C29-489A-B267-8AEDA3B567D1}" dt="2025-12-13T16:08:33.698" v="1827" actId="20577"/>
        <pc:sldMkLst>
          <pc:docMk/>
          <pc:sldMk cId="10069542" sldId="272"/>
        </pc:sldMkLst>
        <pc:spChg chg="mod">
          <ac:chgData name="Riccardo Viscio" userId="c81a9f7c0a6bff6a" providerId="LiveId" clId="{046B77AA-9C29-489A-B267-8AEDA3B567D1}" dt="2025-12-13T16:08:33.698" v="1827" actId="20577"/>
          <ac:spMkLst>
            <pc:docMk/>
            <pc:sldMk cId="10069542" sldId="272"/>
            <ac:spMk id="2" creationId="{64E79091-17BE-F401-771E-1E6229854017}"/>
          </ac:spMkLst>
        </pc:spChg>
        <pc:spChg chg="mod">
          <ac:chgData name="Riccardo Viscio" userId="c81a9f7c0a6bff6a" providerId="LiveId" clId="{046B77AA-9C29-489A-B267-8AEDA3B567D1}" dt="2025-12-13T16:06:47.172" v="1646"/>
          <ac:spMkLst>
            <pc:docMk/>
            <pc:sldMk cId="10069542" sldId="272"/>
            <ac:spMk id="3" creationId="{622119C9-DFC2-37A7-D968-F53E1EF5C6E4}"/>
          </ac:spMkLst>
        </pc:spChg>
        <pc:spChg chg="add">
          <ac:chgData name="Riccardo Viscio" userId="c81a9f7c0a6bff6a" providerId="LiveId" clId="{046B77AA-9C29-489A-B267-8AEDA3B567D1}" dt="2025-12-13T16:06:25.142" v="1644"/>
          <ac:spMkLst>
            <pc:docMk/>
            <pc:sldMk cId="10069542" sldId="272"/>
            <ac:spMk id="4" creationId="{1D4CD25C-9E5A-4695-021F-210E32736501}"/>
          </ac:spMkLst>
        </pc:spChg>
        <pc:spChg chg="add">
          <ac:chgData name="Riccardo Viscio" userId="c81a9f7c0a6bff6a" providerId="LiveId" clId="{046B77AA-9C29-489A-B267-8AEDA3B567D1}" dt="2025-12-13T16:06:25.142" v="1644"/>
          <ac:spMkLst>
            <pc:docMk/>
            <pc:sldMk cId="10069542" sldId="272"/>
            <ac:spMk id="5" creationId="{3AC2F8DF-C5B5-171B-BABA-44682C93164F}"/>
          </ac:spMkLst>
        </pc:spChg>
        <pc:spChg chg="add">
          <ac:chgData name="Riccardo Viscio" userId="c81a9f7c0a6bff6a" providerId="LiveId" clId="{046B77AA-9C29-489A-B267-8AEDA3B567D1}" dt="2025-12-13T16:06:25.142" v="1644"/>
          <ac:spMkLst>
            <pc:docMk/>
            <pc:sldMk cId="10069542" sldId="272"/>
            <ac:spMk id="6" creationId="{897902AB-9C5C-2656-1821-404E2EFEAA5E}"/>
          </ac:spMkLst>
        </pc:spChg>
      </pc:sldChg>
      <pc:sldChg chg="modSp new mod ord">
        <pc:chgData name="Riccardo Viscio" userId="c81a9f7c0a6bff6a" providerId="LiveId" clId="{046B77AA-9C29-489A-B267-8AEDA3B567D1}" dt="2025-12-13T16:08:25.759" v="1818"/>
        <pc:sldMkLst>
          <pc:docMk/>
          <pc:sldMk cId="2857359523" sldId="273"/>
        </pc:sldMkLst>
        <pc:spChg chg="mod">
          <ac:chgData name="Riccardo Viscio" userId="c81a9f7c0a6bff6a" providerId="LiveId" clId="{046B77AA-9C29-489A-B267-8AEDA3B567D1}" dt="2025-12-13T16:07:58.538" v="1790" actId="20577"/>
          <ac:spMkLst>
            <pc:docMk/>
            <pc:sldMk cId="2857359523" sldId="273"/>
            <ac:spMk id="2" creationId="{A8F3A5E2-E48C-96FD-D6AA-AC134D343E30}"/>
          </ac:spMkLst>
        </pc:spChg>
        <pc:spChg chg="mod">
          <ac:chgData name="Riccardo Viscio" userId="c81a9f7c0a6bff6a" providerId="LiveId" clId="{046B77AA-9C29-489A-B267-8AEDA3B567D1}" dt="2025-12-13T16:08:25.759" v="1818"/>
          <ac:spMkLst>
            <pc:docMk/>
            <pc:sldMk cId="2857359523" sldId="273"/>
            <ac:spMk id="3" creationId="{90BD73C1-F761-F5AF-E40A-13B76B1D85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62D36-014F-48D3-B887-4B3D01982A1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F7764-A87F-408B-94E3-9495EE205D1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1025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Mechanisms of Response:</a:t>
            </a:r>
            <a:r>
              <a:rPr lang="en-US" dirty="0"/>
              <a:t> The effectiveness of immunotherapy in TMB-H and MSI-H tumors relies on the generation of </a:t>
            </a:r>
            <a:r>
              <a:rPr lang="en-US" b="1" dirty="0"/>
              <a:t>neoantigens</a:t>
            </a:r>
            <a:r>
              <a:rPr lang="en-US" dirty="0"/>
              <a:t> (mutated peptides). These neoantigens are recognized as "non-self" by the immune system, triggering an infiltration of T-cells. The tumor protects itself by expressing PD-L1 (putting the "brakes" on T-cells); checkpoint inhibitors release these brakes</a:t>
            </a:r>
          </a:p>
          <a:p>
            <a:endParaRPr lang="en-US" dirty="0"/>
          </a:p>
          <a:p>
            <a:r>
              <a:rPr lang="en-US" b="1" dirty="0"/>
              <a:t>Relationship between TMB and MSI:</a:t>
            </a:r>
            <a:r>
              <a:rPr lang="en-US" dirty="0"/>
              <a:t> While MSI-H tumors almost always have high TMB, not all TMB-H tumors are MSI-H. For instance, </a:t>
            </a:r>
            <a:r>
              <a:rPr lang="en-US" b="1" dirty="0"/>
              <a:t>POLE-mutated</a:t>
            </a:r>
            <a:r>
              <a:rPr lang="en-US" dirty="0"/>
              <a:t> tumors are often Microsatellite Stable (MSS) but possess an "ultra-mutated" phenotype (TMB &gt;100 mut/Mb) due to defects in DNA proofreading, making them distinct from MSI-H but equally or more responsive to immunotherapy,,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• </a:t>
            </a:r>
            <a:r>
              <a:rPr lang="en-US" b="1" dirty="0"/>
              <a:t>Discordance in Testing:</a:t>
            </a:r>
            <a:r>
              <a:rPr lang="en-US" dirty="0"/>
              <a:t> While Next-Generation Sequencing (NGS) is used to determine TMB and MSI status, Immunohistochemistry (IHC) is the gold standard for detecting the underlying Mismatch Repair deficiency (</a:t>
            </a:r>
            <a:r>
              <a:rPr lang="en-US" dirty="0" err="1"/>
              <a:t>dMMR</a:t>
            </a:r>
            <a:r>
              <a:rPr lang="en-US" dirty="0"/>
              <a:t>). In endometrial cancer, NGS-identified MSI-H and IHC-identified </a:t>
            </a:r>
            <a:r>
              <a:rPr lang="en-US" dirty="0" err="1"/>
              <a:t>dMMR</a:t>
            </a:r>
            <a:r>
              <a:rPr lang="en-US" dirty="0"/>
              <a:t> are highly concordant in predicting the tumor immune microenvironment</a:t>
            </a:r>
          </a:p>
          <a:p>
            <a:r>
              <a:rPr lang="en-US" dirty="0"/>
              <a:t>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F7764-A87F-408B-94E3-9495EE205D11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2138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Endometrial cancer is the most common gynecological malignancy in high-income/developed countries. Unlike many other cancers where survival is improving, the incidence and mortality rates of EC are steadily increasing.</a:t>
            </a:r>
          </a:p>
          <a:p>
            <a:endParaRPr lang="en-US" dirty="0"/>
          </a:p>
          <a:p>
            <a:r>
              <a:rPr lang="en-US" dirty="0"/>
              <a:t>While early-stage EC is highly treatable with surgery, therapeutic options for advanced or recurrent cases are limited, and standard chemotherapy often yields poor long-term survival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• </a:t>
            </a:r>
            <a:r>
              <a:rPr lang="en-US" b="1" dirty="0"/>
              <a:t>Immunotherapy Potential:</a:t>
            </a:r>
            <a:r>
              <a:rPr lang="en-US" dirty="0"/>
              <a:t> EC has emerged as a primary candidate for immunotherapy because specific molecular subtypes of the disease are highly immunogenic (they provoke an immune response), making them susceptible to immune checkpoint inhibitors (ICIs) like pembrolizumab or </a:t>
            </a:r>
            <a:r>
              <a:rPr lang="en-US" dirty="0" err="1"/>
              <a:t>dostarlimab</a:t>
            </a:r>
            <a:endParaRPr lang="en-US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F7764-A87F-408B-94E3-9495EE205D11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6738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  <a:p>
            <a:r>
              <a:rPr lang="en-US" b="1" dirty="0"/>
              <a:t>Molecular Drivers of TMB:</a:t>
            </a:r>
            <a:r>
              <a:rPr lang="en-US" dirty="0"/>
              <a:t> High TMB in EC is primarily driven by two distinct molecular defects:</a:t>
            </a:r>
          </a:p>
          <a:p>
            <a:r>
              <a:rPr lang="en-US" dirty="0"/>
              <a:t>    1. </a:t>
            </a:r>
            <a:r>
              <a:rPr lang="en-US" b="1" dirty="0"/>
              <a:t>POLE Mutations (Ultra-mutated):</a:t>
            </a:r>
            <a:r>
              <a:rPr lang="en-US" dirty="0"/>
              <a:t> Mutations in the </a:t>
            </a:r>
            <a:r>
              <a:rPr lang="en-US" i="1" dirty="0"/>
              <a:t>POLE</a:t>
            </a:r>
            <a:r>
              <a:rPr lang="en-US" dirty="0"/>
              <a:t> gene (specifically the exonuclease domain) destroy the cell's DNA proofreading capability. This results in an "ultra-mutated" phenotype with a TMB often exceeding 100 mutations/Mb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    2. </a:t>
            </a:r>
            <a:r>
              <a:rPr lang="en-US" b="1" dirty="0"/>
              <a:t>Mismatch Repair Deficiency (</a:t>
            </a:r>
            <a:r>
              <a:rPr lang="en-US" b="1" dirty="0" err="1"/>
              <a:t>MMRd</a:t>
            </a:r>
            <a:r>
              <a:rPr lang="en-US" b="1" dirty="0"/>
              <a:t>/MSI-H):</a:t>
            </a:r>
            <a:r>
              <a:rPr lang="en-US" dirty="0"/>
              <a:t> Defects in DNA mismatch repair proteins lead to a "hypermutated" phenotype (typically 10–100 mutations/Mb)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• </a:t>
            </a:r>
            <a:r>
              <a:rPr lang="en-US" b="1" dirty="0"/>
              <a:t>Mechanism of Action:</a:t>
            </a:r>
            <a:r>
              <a:rPr lang="en-US" dirty="0"/>
              <a:t> These high mutation rates lead to the production of </a:t>
            </a:r>
            <a:r>
              <a:rPr lang="en-US" b="1" dirty="0"/>
              <a:t>neoantigens</a:t>
            </a:r>
            <a:r>
              <a:rPr lang="en-US" dirty="0"/>
              <a:t> (abnormal proteins on the tumor surface). These neoantigens are recognized as "foreign" by the immune system, leading to a strong infiltration of CD8+ cytotoxic T-cells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• </a:t>
            </a:r>
            <a:r>
              <a:rPr lang="en-US" b="1" dirty="0"/>
              <a:t>Therapeutic Implication:</a:t>
            </a:r>
            <a:r>
              <a:rPr lang="en-US" dirty="0"/>
              <a:t> Because TMB-H tumors are already filled with immune cells attempting to attack the neoantigens, they are "hot" tumors. However, they protect themselves by expressing immune checkpoints (like PD-L1). Using inhibitors to block these checkpoints unleashes the pre-existing immune cells to kill the cancer. Consequently, high TMB has become an FDA-approved biomarker for prescribing pembrolizumab in EC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F7764-A87F-408B-94E3-9495EE205D11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6593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Analyze immune </a:t>
            </a:r>
            <a:r>
              <a:rPr lang="de-CH" dirty="0" err="1"/>
              <a:t>cell</a:t>
            </a:r>
            <a:r>
              <a:rPr lang="de-CH" dirty="0"/>
              <a:t> within MSS/TMB-H </a:t>
            </a:r>
          </a:p>
          <a:p>
            <a:r>
              <a:rPr lang="de-CH" dirty="0"/>
              <a:t>Generate high- </a:t>
            </a:r>
            <a:r>
              <a:rPr lang="de-CH" dirty="0" err="1"/>
              <a:t>resolution</a:t>
            </a:r>
            <a:r>
              <a:rPr lang="de-CH" dirty="0"/>
              <a:t> </a:t>
            </a:r>
            <a:r>
              <a:rPr lang="de-CH" dirty="0" err="1"/>
              <a:t>spatial</a:t>
            </a:r>
            <a:r>
              <a:rPr lang="de-CH" dirty="0"/>
              <a:t> </a:t>
            </a:r>
            <a:r>
              <a:rPr lang="de-CH" dirty="0" err="1"/>
              <a:t>maps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Immune </a:t>
            </a:r>
            <a:r>
              <a:rPr lang="de-CH" dirty="0" err="1"/>
              <a:t>cells</a:t>
            </a:r>
            <a:r>
              <a:rPr lang="de-CH" dirty="0"/>
              <a:t> </a:t>
            </a:r>
          </a:p>
          <a:p>
            <a:r>
              <a:rPr lang="en-US" dirty="0"/>
              <a:t>Quantify densities and identify unique spatial patterns.</a:t>
            </a:r>
          </a:p>
          <a:p>
            <a:r>
              <a:rPr lang="de-CH" dirty="0"/>
              <a:t>Create a </a:t>
            </a:r>
            <a:r>
              <a:rPr lang="de-CH" dirty="0" err="1"/>
              <a:t>Machine</a:t>
            </a:r>
            <a:r>
              <a:rPr lang="de-CH" dirty="0"/>
              <a:t> Learning </a:t>
            </a:r>
            <a:r>
              <a:rPr lang="de-CH" dirty="0" err="1"/>
              <a:t>model</a:t>
            </a:r>
            <a:r>
              <a:rPr lang="de-CH" dirty="0"/>
              <a:t> which </a:t>
            </a:r>
            <a:r>
              <a:rPr lang="de-CH" dirty="0" err="1"/>
              <a:t>classifies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Molecular</a:t>
            </a:r>
            <a:r>
              <a:rPr lang="de-CH" dirty="0"/>
              <a:t> </a:t>
            </a:r>
            <a:r>
              <a:rPr lang="de-CH" dirty="0" err="1"/>
              <a:t>subgroups</a:t>
            </a:r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F7764-A87F-408B-94E3-9495EE205D11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2863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checklist or a "Roadmap" graphic (Current Study $\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Future Work).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Bullet Points (for the slide):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 Size: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Small cohort for the target group ($n=31$) limits definitive clinical conclusions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11111111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Imbalance: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Required aggressive synthetic oversampling (SMOTE), which impacts model decision boundaries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12121212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 of Analysis: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Focused on cell distribution; did not include cell-cell interaction graphs or gene expression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Work: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on larger, multi-institutional cohorts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141414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of graph-based metrics (e.g., K-nearest neighbors) to quantify "neighborhoods"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Spoken Script (What to say):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"It is important to acknowledge the limitations of this exploratory study. The most significant constraint was the sample size—with only 31 MSS/TMB-H cases, statistical power was limited, and we had to rely heavily on synthetic oversampling to train our models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Additionally, as mentioned in the methods, my analysis focused on mapping distributions. I did not perform quantitative interaction analysis, such as measuring the exact distances between immune and tumor cells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future work should focus on two things: first, validating these findings in a much larger cohort to ensure clinical reliability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Second, moving from heatmaps to graph-based metrics to mathematically model the cellular neighborhoods we observed</a:t>
            </a:r>
            <a:r>
              <a:rPr lang="en-US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F7764-A87F-408B-94E3-9495EE205D11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020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CEDF39-4DCA-FEFC-BF0B-30E86C722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9F871E-9362-807B-0832-20235BB08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3A444-78E5-1CEF-F99E-60820C86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BC07B4-AC7E-F84B-BC63-94EFFAB7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2A3BE9-DB69-43B8-204A-18740BE7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3600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3B729-A769-1C8A-57D7-E5310CA9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77B9AC-C6FD-81A9-43AF-8D9BE31E4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DA69C3-451F-F90C-08C4-4CC86760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AF8F23-A230-69D8-FB45-79EB398B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0E1B9-478D-7FA3-4D56-B214252B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468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EBE1F-E4DC-7F7B-0170-14BEBC85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07D68F-FD57-146A-FA7B-573EBCCBA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7ACF20-4E46-8844-FDAC-006EB1DA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E7A56F-7D24-9CAC-FA9E-CFBEE011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BC71CA-497F-9759-F37F-FF0A9DD1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965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ECFB59-5CBC-870F-32A4-89F4BDF5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C9A995-616A-5198-9614-57D3992B9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338C02-6B5E-B0AB-1DC5-8A5B7C8CC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A2676F-0B68-C5D9-004A-1E63FB98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5A2DA9-80FC-EC14-0886-B2F8ACB9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C552E5-E83F-DBB0-FEE5-35E60774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72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04D7D-409D-60D1-4EA3-50842969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3CFAAA-30B3-4137-2F82-3215EC63B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D3DD9E-903D-7031-8D0F-D5703AC6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36D639-ADC5-7785-910A-169DAF173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C3726B-54DE-E6A7-C67B-CFE266190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1D33DC9-4BA6-441A-1E08-C67AF74E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FB607CD-86B6-9167-A8C4-191D7019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2786AB-D402-EDA7-0EB3-AD989CBD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4261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E3630-0BCA-D7DF-64BE-879010F7B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2EAEF4-60E8-9042-71F1-6397CCAE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F9FE48-1C9D-A860-92BC-3AA20952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D67A4C-F66E-E3B3-D830-447A1AAB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411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CF2071-8576-A1CB-A336-385E081A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3AEC36-226D-545C-214C-3EA87F2D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6E1125-ED4F-051E-A1DF-8337C57A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108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F78027-5B2E-F39A-30E8-03A154B2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64C580-68BD-45A3-6E11-485751E90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27E6AA-7BBD-E3C9-DE42-648BD65F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001F9A-D6A8-3D6F-4794-6CC724E5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4CE62D-63E5-235D-0CDC-39B605EC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A5B283-B696-BE5E-8627-0152EE229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277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BBF0F-936C-C5CA-95B9-81F96A59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36301C-E244-E323-FCEE-D45A56DC0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F3DC20-3929-95E6-DE21-F1D28B454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7A4958-649D-5E7E-037A-39F5F4DB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C4EAAE-31A6-283C-09CC-F5E2D406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CBEA8A-5945-F8DD-4C44-8BE3F0FF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523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33913-6EE6-BF51-4C9D-6E1F6ACA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38FD11-80B1-0BC0-C10E-719A8AE87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AB54B9-FD0F-7642-5005-5B6E211D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88415C-127D-6384-71BC-B890BDDE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B5F1F1-7A42-5AAC-2054-B136E682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260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9E6053B-7BEC-20ED-5D77-9AF559054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FCC4CE-B4BE-E283-81F6-61F28FE16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EF6849-B4AA-5C4E-73B7-790B9D1E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24BDC5-6DA6-3A1D-256C-704A9331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7DB42C-CF9D-566B-E024-26BCEAAE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112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087782-D74A-2E7F-02F9-5FF21ED0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4926CA-B467-90EE-D386-453198149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5E3E13-EC06-DC81-419B-DAC120D4D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2AC92-F54E-4577-94A5-DA2792D766C3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D81D03-B95C-D9DE-69A2-8B7E50B13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2E5069-A17D-07AF-5ED2-E40C3E4B5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8900C-809D-45E7-833E-DBC0EF7AA2B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0140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DFF17-68EF-CDB6-5B00-0D1266324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Segmenting Tumor Images to Study Immune Cells in Endometrial Cancer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627C1E-C240-1E1F-757A-04F8890B1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396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C3A19-FBFE-F584-DD20-271672E8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Table </a:t>
            </a:r>
            <a:r>
              <a:rPr lang="de-CH" dirty="0" err="1"/>
              <a:t>of</a:t>
            </a:r>
            <a:r>
              <a:rPr lang="de-CH" dirty="0"/>
              <a:t> Content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EE637-075C-94C0-7690-B1E9900CB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84" y="1825625"/>
            <a:ext cx="10515600" cy="4351338"/>
          </a:xfrm>
        </p:spPr>
        <p:txBody>
          <a:bodyPr/>
          <a:lstStyle/>
          <a:p>
            <a:r>
              <a:rPr lang="de-CH" dirty="0" err="1"/>
              <a:t>Introduction</a:t>
            </a:r>
            <a:r>
              <a:rPr lang="de-CH" dirty="0"/>
              <a:t> &amp; Background</a:t>
            </a:r>
          </a:p>
          <a:p>
            <a:r>
              <a:rPr lang="de-CH" dirty="0"/>
              <a:t>Methods</a:t>
            </a:r>
          </a:p>
          <a:p>
            <a:r>
              <a:rPr lang="de-CH" dirty="0" err="1"/>
              <a:t>Results</a:t>
            </a:r>
            <a:endParaRPr lang="de-CH" dirty="0"/>
          </a:p>
          <a:p>
            <a:r>
              <a:rPr lang="de-CH" dirty="0" err="1"/>
              <a:t>Discussion</a:t>
            </a:r>
            <a:r>
              <a:rPr lang="de-CH" dirty="0"/>
              <a:t> &amp; </a:t>
            </a:r>
            <a:r>
              <a:rPr lang="de-CH" dirty="0" err="1"/>
              <a:t>Reflection</a:t>
            </a:r>
            <a:endParaRPr lang="de-CH" dirty="0"/>
          </a:p>
          <a:p>
            <a:r>
              <a:rPr lang="de-CH" dirty="0"/>
              <a:t>Questions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540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D430A-B04A-3431-7097-EA5D48CB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Introduction</a:t>
            </a:r>
            <a:r>
              <a:rPr lang="de-CH" dirty="0"/>
              <a:t> &amp; Background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C64ED9-3845-D9B9-7DB8-F6B9C32B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Clinical </a:t>
            </a:r>
            <a:r>
              <a:rPr lang="de-CH" dirty="0" err="1"/>
              <a:t>Context</a:t>
            </a:r>
            <a:endParaRPr lang="de-CH" dirty="0"/>
          </a:p>
          <a:p>
            <a:pPr lvl="1"/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MSI-H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MSS/TMB-H &amp; MSS/TMB-L</a:t>
            </a:r>
          </a:p>
          <a:p>
            <a:pPr lvl="1"/>
            <a:r>
              <a:rPr lang="de-CH" dirty="0" err="1"/>
              <a:t>Why</a:t>
            </a:r>
            <a:r>
              <a:rPr lang="de-CH" dirty="0"/>
              <a:t> </a:t>
            </a:r>
            <a:r>
              <a:rPr lang="de-CH" dirty="0" err="1"/>
              <a:t>it’s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clinical</a:t>
            </a:r>
            <a:r>
              <a:rPr lang="de-CH" dirty="0"/>
              <a:t> </a:t>
            </a:r>
            <a:r>
              <a:rPr lang="de-CH" dirty="0" err="1"/>
              <a:t>context</a:t>
            </a:r>
            <a:r>
              <a:rPr lang="de-CH" dirty="0"/>
              <a:t>? </a:t>
            </a:r>
          </a:p>
          <a:p>
            <a:pPr lvl="1"/>
            <a:endParaRPr lang="de-CH" dirty="0"/>
          </a:p>
          <a:p>
            <a:pPr lvl="1"/>
            <a:endParaRPr lang="de-CH" dirty="0"/>
          </a:p>
          <a:p>
            <a:r>
              <a:rPr lang="de-CH" dirty="0"/>
              <a:t>Hypothesis and </a:t>
            </a:r>
            <a:r>
              <a:rPr lang="de-CH" dirty="0" err="1"/>
              <a:t>Scope</a:t>
            </a:r>
            <a:r>
              <a:rPr lang="de-CH" dirty="0"/>
              <a:t> </a:t>
            </a:r>
          </a:p>
          <a:p>
            <a:pPr lvl="1"/>
            <a:r>
              <a:rPr lang="de-CH" dirty="0" err="1"/>
              <a:t>What</a:t>
            </a:r>
            <a:r>
              <a:rPr lang="de-CH" dirty="0"/>
              <a:t> was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scope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Project? </a:t>
            </a:r>
          </a:p>
          <a:p>
            <a:pPr lvl="1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1516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826C9-2AC3-1C10-4FCD-F391E7B9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Clinical </a:t>
            </a:r>
            <a:r>
              <a:rPr lang="de-CH" dirty="0" err="1"/>
              <a:t>Context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D38B21-2029-D5EE-D7D2-0CD9D9220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Endometrial</a:t>
            </a:r>
            <a:r>
              <a:rPr lang="de-CH" dirty="0"/>
              <a:t> </a:t>
            </a:r>
            <a:r>
              <a:rPr lang="de-CH" dirty="0" err="1"/>
              <a:t>cancer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common</a:t>
            </a:r>
            <a:r>
              <a:rPr lang="de-CH" dirty="0"/>
              <a:t> </a:t>
            </a:r>
            <a:r>
              <a:rPr lang="de-CH" dirty="0" err="1"/>
              <a:t>gynecological</a:t>
            </a:r>
            <a:r>
              <a:rPr lang="de-CH" dirty="0"/>
              <a:t> </a:t>
            </a:r>
            <a:r>
              <a:rPr lang="de-CH" dirty="0" err="1"/>
              <a:t>malignancy</a:t>
            </a:r>
            <a:r>
              <a:rPr lang="de-CH" dirty="0"/>
              <a:t> in </a:t>
            </a:r>
            <a:r>
              <a:rPr lang="de-CH" dirty="0" err="1"/>
              <a:t>developed</a:t>
            </a:r>
            <a:r>
              <a:rPr lang="de-CH" dirty="0"/>
              <a:t> countries</a:t>
            </a:r>
          </a:p>
          <a:p>
            <a:r>
              <a:rPr lang="de-CH" dirty="0" err="1"/>
              <a:t>Mortality</a:t>
            </a:r>
            <a:r>
              <a:rPr lang="de-CH" dirty="0"/>
              <a:t> </a:t>
            </a:r>
            <a:r>
              <a:rPr lang="de-CH" dirty="0" err="1"/>
              <a:t>rates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steadily</a:t>
            </a:r>
            <a:r>
              <a:rPr lang="de-CH" dirty="0"/>
              <a:t> </a:t>
            </a:r>
            <a:r>
              <a:rPr lang="de-CH" dirty="0" err="1"/>
              <a:t>increasing</a:t>
            </a:r>
            <a:r>
              <a:rPr lang="de-CH" dirty="0"/>
              <a:t> (</a:t>
            </a:r>
            <a:r>
              <a:rPr lang="de-CH" dirty="0" err="1"/>
              <a:t>obesity</a:t>
            </a:r>
            <a:r>
              <a:rPr lang="de-CH" dirty="0"/>
              <a:t>, </a:t>
            </a:r>
            <a:r>
              <a:rPr lang="de-CH" dirty="0" err="1"/>
              <a:t>older</a:t>
            </a:r>
            <a:r>
              <a:rPr lang="de-CH" dirty="0"/>
              <a:t> </a:t>
            </a:r>
            <a:r>
              <a:rPr lang="de-CH" dirty="0" err="1"/>
              <a:t>age</a:t>
            </a:r>
            <a:r>
              <a:rPr lang="de-CH" dirty="0"/>
              <a:t> </a:t>
            </a:r>
            <a:r>
              <a:rPr lang="de-CH" dirty="0" err="1"/>
              <a:t>diabetes</a:t>
            </a:r>
            <a:r>
              <a:rPr lang="de-CH" dirty="0"/>
              <a:t>)</a:t>
            </a:r>
          </a:p>
          <a:p>
            <a:r>
              <a:rPr lang="de-CH" dirty="0"/>
              <a:t>Early-stage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highly</a:t>
            </a:r>
            <a:r>
              <a:rPr lang="de-CH" dirty="0"/>
              <a:t> </a:t>
            </a:r>
            <a:r>
              <a:rPr lang="de-CH" dirty="0" err="1"/>
              <a:t>treatable</a:t>
            </a:r>
            <a:r>
              <a:rPr lang="de-CH" dirty="0"/>
              <a:t> with </a:t>
            </a:r>
            <a:r>
              <a:rPr lang="de-CH" dirty="0" err="1"/>
              <a:t>surgery</a:t>
            </a:r>
            <a:r>
              <a:rPr lang="de-CH" dirty="0"/>
              <a:t>, </a:t>
            </a:r>
            <a:r>
              <a:rPr lang="de-CH" dirty="0" err="1"/>
              <a:t>advanced</a:t>
            </a:r>
            <a:r>
              <a:rPr lang="de-CH" dirty="0"/>
              <a:t> </a:t>
            </a:r>
            <a:r>
              <a:rPr lang="de-CH" dirty="0" err="1"/>
              <a:t>cases</a:t>
            </a:r>
            <a:r>
              <a:rPr lang="de-CH" dirty="0"/>
              <a:t> </a:t>
            </a:r>
            <a:r>
              <a:rPr lang="de-CH" dirty="0" err="1"/>
              <a:t>however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limited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 err="1">
                <a:sym typeface="Wingdings" panose="05000000000000000000" pitchFamily="2" charset="2"/>
              </a:rPr>
              <a:t>chemotherapy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yields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poor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long</a:t>
            </a:r>
            <a:r>
              <a:rPr lang="de-CH" dirty="0">
                <a:sym typeface="Wingdings" panose="05000000000000000000" pitchFamily="2" charset="2"/>
              </a:rPr>
              <a:t>-term </a:t>
            </a:r>
            <a:r>
              <a:rPr lang="de-CH" dirty="0" err="1">
                <a:sym typeface="Wingdings" panose="05000000000000000000" pitchFamily="2" charset="2"/>
              </a:rPr>
              <a:t>survival</a:t>
            </a:r>
            <a:r>
              <a:rPr lang="de-CH" dirty="0">
                <a:sym typeface="Wingdings" panose="05000000000000000000" pitchFamily="2" charset="2"/>
              </a:rPr>
              <a:t> </a:t>
            </a:r>
          </a:p>
          <a:p>
            <a:r>
              <a:rPr lang="en-US" dirty="0"/>
              <a:t>EC has emerged as a primary candidate for immunotherapy because specific molecular subtypes of the disease are highly immunogenic (they provoke an immune response), making them susceptible to immune checkpoint inhibitors (ICIs)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0130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00CE5-F747-54AB-4DD7-16090D85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97" y="601607"/>
            <a:ext cx="10515600" cy="1325563"/>
          </a:xfrm>
        </p:spPr>
        <p:txBody>
          <a:bodyPr/>
          <a:lstStyle/>
          <a:p>
            <a:r>
              <a:rPr lang="de-CH" dirty="0" err="1"/>
              <a:t>Molecular</a:t>
            </a:r>
            <a:r>
              <a:rPr lang="de-CH" dirty="0"/>
              <a:t> </a:t>
            </a:r>
            <a:r>
              <a:rPr lang="de-CH" dirty="0" err="1"/>
              <a:t>subtypes</a:t>
            </a:r>
            <a:endParaRPr lang="de-CH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C40D078-B34D-0184-4600-7C731C5D6C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010867"/>
              </p:ext>
            </p:extLst>
          </p:nvPr>
        </p:nvGraphicFramePr>
        <p:xfrm>
          <a:off x="838200" y="1825625"/>
          <a:ext cx="7010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6052163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798705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17884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18492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Biomarker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Behavior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Mutation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5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MSI-H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Unstable</a:t>
                      </a:r>
                      <a:r>
                        <a:rPr lang="de-CH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Hot</a:t>
                      </a:r>
                    </a:p>
                    <a:p>
                      <a:r>
                        <a:rPr lang="de-CH" dirty="0"/>
                        <a:t>Lots </a:t>
                      </a:r>
                      <a:r>
                        <a:rPr lang="de-CH" dirty="0" err="1"/>
                        <a:t>of</a:t>
                      </a:r>
                      <a:r>
                        <a:rPr lang="de-CH" dirty="0"/>
                        <a:t> Immune </a:t>
                      </a:r>
                      <a:r>
                        <a:rPr lang="de-CH" dirty="0" err="1"/>
                        <a:t>cells</a:t>
                      </a:r>
                      <a:r>
                        <a:rPr lang="de-CH" dirty="0"/>
                        <a:t>, </a:t>
                      </a:r>
                      <a:r>
                        <a:rPr lang="de-CH" dirty="0" err="1"/>
                        <a:t>good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response</a:t>
                      </a:r>
                      <a:r>
                        <a:rPr lang="de-CH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High</a:t>
                      </a:r>
                    </a:p>
                    <a:p>
                      <a:r>
                        <a:rPr lang="de-CH" dirty="0"/>
                        <a:t>10-100 </a:t>
                      </a:r>
                      <a:r>
                        <a:rPr lang="de-CH" dirty="0" err="1"/>
                        <a:t>mut</a:t>
                      </a:r>
                      <a:r>
                        <a:rPr lang="de-CH" dirty="0"/>
                        <a:t>/</a:t>
                      </a:r>
                      <a:r>
                        <a:rPr lang="de-CH" dirty="0" err="1"/>
                        <a:t>Mb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93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MSS/TMB-L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Stable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Cold </a:t>
                      </a:r>
                    </a:p>
                    <a:p>
                      <a:r>
                        <a:rPr lang="de-CH" dirty="0"/>
                        <a:t>Low </a:t>
                      </a:r>
                      <a:r>
                        <a:rPr lang="de-CH" dirty="0" err="1"/>
                        <a:t>mutation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Low </a:t>
                      </a:r>
                    </a:p>
                    <a:p>
                      <a:r>
                        <a:rPr lang="de-CH" dirty="0"/>
                        <a:t>&lt; 10 </a:t>
                      </a:r>
                      <a:r>
                        <a:rPr lang="de-CH" dirty="0" err="1"/>
                        <a:t>mut</a:t>
                      </a:r>
                      <a:r>
                        <a:rPr lang="de-CH" dirty="0"/>
                        <a:t>/</a:t>
                      </a:r>
                      <a:r>
                        <a:rPr lang="de-CH" dirty="0" err="1"/>
                        <a:t>Mb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4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MSS/TMB-H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Stable</a:t>
                      </a:r>
                      <a:r>
                        <a:rPr lang="de-CH" dirty="0"/>
                        <a:t> </a:t>
                      </a:r>
                    </a:p>
                    <a:p>
                      <a:r>
                        <a:rPr lang="de-CH" dirty="0"/>
                        <a:t>Lots </a:t>
                      </a:r>
                      <a:r>
                        <a:rPr lang="de-CH" dirty="0" err="1"/>
                        <a:t>of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neoantigens</a:t>
                      </a:r>
                      <a:r>
                        <a:rPr lang="de-CH" dirty="0"/>
                        <a:t>, robust immune </a:t>
                      </a:r>
                      <a:r>
                        <a:rPr lang="de-CH" dirty="0" err="1"/>
                        <a:t>cell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infiltration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Ultra-high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de-CH" dirty="0"/>
                        <a:t>&gt;100 </a:t>
                      </a:r>
                      <a:r>
                        <a:rPr lang="de-CH" dirty="0" err="1"/>
                        <a:t>mut</a:t>
                      </a:r>
                      <a:r>
                        <a:rPr lang="de-CH" dirty="0"/>
                        <a:t>/</a:t>
                      </a:r>
                      <a:r>
                        <a:rPr lang="de-CH" dirty="0" err="1"/>
                        <a:t>Mb</a:t>
                      </a:r>
                      <a:endParaRPr lang="de-CH" dirty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866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11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92E597-5FEC-6258-7677-02CD98EA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Scope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Project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E3546A-8F76-AF77-BDC7-997C22642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Analyze immune </a:t>
            </a:r>
            <a:r>
              <a:rPr lang="de-CH" dirty="0" err="1"/>
              <a:t>cell</a:t>
            </a:r>
            <a:r>
              <a:rPr lang="de-CH" dirty="0"/>
              <a:t> within MSS/TMB-H </a:t>
            </a:r>
          </a:p>
          <a:p>
            <a:r>
              <a:rPr lang="de-CH" dirty="0"/>
              <a:t>Generate high- </a:t>
            </a:r>
            <a:r>
              <a:rPr lang="de-CH" dirty="0" err="1"/>
              <a:t>resolution</a:t>
            </a:r>
            <a:r>
              <a:rPr lang="de-CH" dirty="0"/>
              <a:t> </a:t>
            </a:r>
            <a:r>
              <a:rPr lang="de-CH" dirty="0" err="1"/>
              <a:t>spatial</a:t>
            </a:r>
            <a:r>
              <a:rPr lang="de-CH" dirty="0"/>
              <a:t> </a:t>
            </a:r>
            <a:r>
              <a:rPr lang="de-CH" dirty="0" err="1"/>
              <a:t>maps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Immune </a:t>
            </a:r>
            <a:r>
              <a:rPr lang="de-CH" dirty="0" err="1"/>
              <a:t>cells</a:t>
            </a:r>
            <a:r>
              <a:rPr lang="de-CH" dirty="0"/>
              <a:t> </a:t>
            </a:r>
          </a:p>
          <a:p>
            <a:r>
              <a:rPr lang="en-US" dirty="0"/>
              <a:t>Quantify densities and identify unique spatial patterns.</a:t>
            </a:r>
          </a:p>
          <a:p>
            <a:r>
              <a:rPr lang="de-CH" dirty="0"/>
              <a:t>Create a </a:t>
            </a:r>
            <a:r>
              <a:rPr lang="de-CH" dirty="0" err="1"/>
              <a:t>Machine</a:t>
            </a:r>
            <a:r>
              <a:rPr lang="de-CH" dirty="0"/>
              <a:t> Learning </a:t>
            </a:r>
            <a:r>
              <a:rPr lang="de-CH" dirty="0" err="1"/>
              <a:t>model</a:t>
            </a:r>
            <a:r>
              <a:rPr lang="de-CH" dirty="0"/>
              <a:t> which </a:t>
            </a:r>
            <a:r>
              <a:rPr lang="de-CH" dirty="0" err="1"/>
              <a:t>classifies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Molecular</a:t>
            </a:r>
            <a:r>
              <a:rPr lang="de-CH" dirty="0"/>
              <a:t> </a:t>
            </a:r>
            <a:r>
              <a:rPr lang="de-CH" dirty="0" err="1"/>
              <a:t>subgroups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4875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832530-B03A-73E6-33DF-1DF9E72B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809"/>
            <a:ext cx="10515600" cy="1325563"/>
          </a:xfrm>
        </p:spPr>
        <p:txBody>
          <a:bodyPr/>
          <a:lstStyle/>
          <a:p>
            <a:r>
              <a:rPr lang="de-CH" dirty="0"/>
              <a:t>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35D73B-D306-121E-7913-88C65A2A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Dataset from TCGA  (514 </a:t>
            </a:r>
            <a:r>
              <a:rPr lang="de-CH" dirty="0" err="1"/>
              <a:t>cases</a:t>
            </a:r>
            <a:r>
              <a:rPr lang="de-CH" dirty="0"/>
              <a:t>, 320 TMB-L , 163 MSI-H, 31 TMB-H </a:t>
            </a:r>
          </a:p>
          <a:p>
            <a:r>
              <a:rPr lang="de-CH" dirty="0"/>
              <a:t>The DL Pipeline (</a:t>
            </a:r>
            <a:r>
              <a:rPr lang="de-CH" dirty="0" err="1"/>
              <a:t>HoVer-NeXt</a:t>
            </a:r>
            <a:r>
              <a:rPr lang="de-CH" dirty="0"/>
              <a:t>)</a:t>
            </a:r>
          </a:p>
          <a:p>
            <a:pPr lvl="1"/>
            <a:r>
              <a:rPr lang="de-CH" dirty="0"/>
              <a:t>Extension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HoVer</a:t>
            </a:r>
            <a:r>
              <a:rPr lang="de-CH" dirty="0"/>
              <a:t>-Net </a:t>
            </a:r>
          </a:p>
          <a:p>
            <a:pPr lvl="1"/>
            <a:r>
              <a:rPr lang="de-CH" dirty="0" err="1"/>
              <a:t>Faster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HoVer</a:t>
            </a:r>
            <a:r>
              <a:rPr lang="de-CH" dirty="0"/>
              <a:t>-Net</a:t>
            </a:r>
          </a:p>
          <a:p>
            <a:pPr lvl="1"/>
            <a:r>
              <a:rPr lang="de-CH" dirty="0" err="1"/>
              <a:t>Hovernet</a:t>
            </a:r>
            <a:r>
              <a:rPr lang="de-CH" dirty="0"/>
              <a:t> (</a:t>
            </a:r>
            <a:r>
              <a:rPr lang="de-CH" dirty="0" err="1"/>
              <a:t>predicts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horizontal &amp; </a:t>
            </a:r>
            <a:r>
              <a:rPr lang="de-CH" dirty="0" err="1"/>
              <a:t>vertical</a:t>
            </a:r>
            <a:r>
              <a:rPr lang="de-CH" dirty="0"/>
              <a:t> </a:t>
            </a:r>
            <a:r>
              <a:rPr lang="de-CH" dirty="0" err="1"/>
              <a:t>distances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nuclear</a:t>
            </a:r>
            <a:r>
              <a:rPr lang="de-CH" dirty="0"/>
              <a:t> </a:t>
            </a:r>
            <a:r>
              <a:rPr lang="de-CH" dirty="0" err="1"/>
              <a:t>pixels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their </a:t>
            </a:r>
            <a:r>
              <a:rPr lang="de-CH" dirty="0" err="1"/>
              <a:t>centers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mass)</a:t>
            </a:r>
          </a:p>
          <a:p>
            <a:pPr lvl="1"/>
            <a:r>
              <a:rPr lang="de-CH" dirty="0"/>
              <a:t>17X </a:t>
            </a:r>
            <a:r>
              <a:rPr lang="de-CH" dirty="0" err="1"/>
              <a:t>faster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Standard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HoVer</a:t>
            </a:r>
            <a:r>
              <a:rPr lang="de-CH" dirty="0"/>
              <a:t>-Net Architecture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297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C911E-85BD-E0C0-763E-1AD722AD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Methodlogical</a:t>
            </a:r>
            <a:r>
              <a:rPr lang="de-CH" dirty="0"/>
              <a:t> Workflow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725A1A2-A3A3-6D88-EB00-CEB21049976E}"/>
              </a:ext>
            </a:extLst>
          </p:cNvPr>
          <p:cNvSpPr txBox="1"/>
          <p:nvPr/>
        </p:nvSpPr>
        <p:spPr>
          <a:xfrm>
            <a:off x="648166" y="2039092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Dataset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CEB24B-6084-D144-5474-8EDAEAACA573}"/>
              </a:ext>
            </a:extLst>
          </p:cNvPr>
          <p:cNvSpPr txBox="1"/>
          <p:nvPr/>
        </p:nvSpPr>
        <p:spPr>
          <a:xfrm>
            <a:off x="2536767" y="2860563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Hovernext</a:t>
            </a:r>
            <a:endParaRPr lang="de-CH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26D64F-A77C-CA2B-5651-8BEFA4B875CD}"/>
              </a:ext>
            </a:extLst>
          </p:cNvPr>
          <p:cNvSpPr txBox="1"/>
          <p:nvPr/>
        </p:nvSpPr>
        <p:spPr>
          <a:xfrm>
            <a:off x="4373880" y="2892829"/>
            <a:ext cx="163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Heatmap</a:t>
            </a:r>
            <a:r>
              <a:rPr lang="de-CH" dirty="0"/>
              <a:t> / CSV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1973B26-C465-79F5-D2DE-580841E1BA26}"/>
              </a:ext>
            </a:extLst>
          </p:cNvPr>
          <p:cNvSpPr txBox="1"/>
          <p:nvPr/>
        </p:nvSpPr>
        <p:spPr>
          <a:xfrm>
            <a:off x="6501938" y="2892829"/>
            <a:ext cx="163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Exploratory</a:t>
            </a:r>
            <a:r>
              <a:rPr lang="de-CH" dirty="0"/>
              <a:t> Analysis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D0FDB14-322C-261B-B6A8-19C9DC47DFBC}"/>
              </a:ext>
            </a:extLst>
          </p:cNvPr>
          <p:cNvSpPr txBox="1"/>
          <p:nvPr/>
        </p:nvSpPr>
        <p:spPr>
          <a:xfrm>
            <a:off x="8132618" y="2892829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ML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6109310-E2DB-0913-79BC-8598BE47AF5F}"/>
              </a:ext>
            </a:extLst>
          </p:cNvPr>
          <p:cNvSpPr txBox="1"/>
          <p:nvPr/>
        </p:nvSpPr>
        <p:spPr>
          <a:xfrm>
            <a:off x="9349047" y="2897970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UMAP</a:t>
            </a:r>
            <a:endParaRPr lang="de-CH" dirty="0"/>
          </a:p>
        </p:txBody>
      </p:sp>
      <p:grpSp>
        <p:nvGrpSpPr>
          <p:cNvPr id="14" name="Google Shape;7634;p88">
            <a:extLst>
              <a:ext uri="{FF2B5EF4-FFF2-40B4-BE49-F238E27FC236}">
                <a16:creationId xmlns:a16="http://schemas.microsoft.com/office/drawing/2014/main" id="{7C782423-EE05-8B04-B4A0-C57C71712C11}"/>
              </a:ext>
            </a:extLst>
          </p:cNvPr>
          <p:cNvGrpSpPr/>
          <p:nvPr/>
        </p:nvGrpSpPr>
        <p:grpSpPr>
          <a:xfrm>
            <a:off x="1315088" y="5037275"/>
            <a:ext cx="419443" cy="420487"/>
            <a:chOff x="-3771675" y="3971775"/>
            <a:chExt cx="291300" cy="292025"/>
          </a:xfrm>
        </p:grpSpPr>
        <p:sp>
          <p:nvSpPr>
            <p:cNvPr id="15" name="Google Shape;7635;p88">
              <a:extLst>
                <a:ext uri="{FF2B5EF4-FFF2-40B4-BE49-F238E27FC236}">
                  <a16:creationId xmlns:a16="http://schemas.microsoft.com/office/drawing/2014/main" id="{87291398-3EB1-51AE-4A02-62FFB6440DAB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6" name="Google Shape;7636;p88">
              <a:extLst>
                <a:ext uri="{FF2B5EF4-FFF2-40B4-BE49-F238E27FC236}">
                  <a16:creationId xmlns:a16="http://schemas.microsoft.com/office/drawing/2014/main" id="{F2AAC1E0-754A-7D62-2F19-AB217B5B492A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7" name="Google Shape;7637;p88">
              <a:extLst>
                <a:ext uri="{FF2B5EF4-FFF2-40B4-BE49-F238E27FC236}">
                  <a16:creationId xmlns:a16="http://schemas.microsoft.com/office/drawing/2014/main" id="{44AC18A5-4E85-4F31-243A-99BE4A841FC8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8" name="Google Shape;7638;p88">
              <a:extLst>
                <a:ext uri="{FF2B5EF4-FFF2-40B4-BE49-F238E27FC236}">
                  <a16:creationId xmlns:a16="http://schemas.microsoft.com/office/drawing/2014/main" id="{27CDBD30-9019-D222-C6CD-C2B8C39C7394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9" name="Google Shape;7639;p88">
              <a:extLst>
                <a:ext uri="{FF2B5EF4-FFF2-40B4-BE49-F238E27FC236}">
                  <a16:creationId xmlns:a16="http://schemas.microsoft.com/office/drawing/2014/main" id="{3FC0B439-40B1-69B4-9C88-5AFEA8FCD0C3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grpSp>
        <p:nvGrpSpPr>
          <p:cNvPr id="20" name="Google Shape;5295;p83">
            <a:extLst>
              <a:ext uri="{FF2B5EF4-FFF2-40B4-BE49-F238E27FC236}">
                <a16:creationId xmlns:a16="http://schemas.microsoft.com/office/drawing/2014/main" id="{825B220E-8E53-955A-62C6-99AC3F7BE237}"/>
              </a:ext>
            </a:extLst>
          </p:cNvPr>
          <p:cNvGrpSpPr/>
          <p:nvPr/>
        </p:nvGrpSpPr>
        <p:grpSpPr>
          <a:xfrm>
            <a:off x="2792167" y="5036554"/>
            <a:ext cx="353757" cy="351463"/>
            <a:chOff x="-22845575" y="3504075"/>
            <a:chExt cx="296950" cy="295025"/>
          </a:xfrm>
        </p:grpSpPr>
        <p:sp>
          <p:nvSpPr>
            <p:cNvPr id="21" name="Google Shape;5296;p83">
              <a:extLst>
                <a:ext uri="{FF2B5EF4-FFF2-40B4-BE49-F238E27FC236}">
                  <a16:creationId xmlns:a16="http://schemas.microsoft.com/office/drawing/2014/main" id="{71D2D8C3-D7F1-E74E-1AE9-987FADA7BAEF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2" name="Google Shape;5297;p83">
              <a:extLst>
                <a:ext uri="{FF2B5EF4-FFF2-40B4-BE49-F238E27FC236}">
                  <a16:creationId xmlns:a16="http://schemas.microsoft.com/office/drawing/2014/main" id="{C8DD3C39-8517-6B5D-B179-990F9C605C63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grpSp>
        <p:nvGrpSpPr>
          <p:cNvPr id="28" name="Google Shape;5196;p83">
            <a:extLst>
              <a:ext uri="{FF2B5EF4-FFF2-40B4-BE49-F238E27FC236}">
                <a16:creationId xmlns:a16="http://schemas.microsoft.com/office/drawing/2014/main" id="{C9988C16-1495-FCA6-EA88-F44A58BA762B}"/>
              </a:ext>
            </a:extLst>
          </p:cNvPr>
          <p:cNvGrpSpPr/>
          <p:nvPr/>
        </p:nvGrpSpPr>
        <p:grpSpPr>
          <a:xfrm>
            <a:off x="8046088" y="5722269"/>
            <a:ext cx="369068" cy="289004"/>
            <a:chOff x="-41526450" y="3653375"/>
            <a:chExt cx="315875" cy="247350"/>
          </a:xfrm>
        </p:grpSpPr>
        <p:sp>
          <p:nvSpPr>
            <p:cNvPr id="29" name="Google Shape;5197;p83">
              <a:extLst>
                <a:ext uri="{FF2B5EF4-FFF2-40B4-BE49-F238E27FC236}">
                  <a16:creationId xmlns:a16="http://schemas.microsoft.com/office/drawing/2014/main" id="{90C1A58D-43EB-A585-75CE-1C694EEC5288}"/>
                </a:ext>
              </a:extLst>
            </p:cNvPr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30" name="Google Shape;5198;p83">
              <a:extLst>
                <a:ext uri="{FF2B5EF4-FFF2-40B4-BE49-F238E27FC236}">
                  <a16:creationId xmlns:a16="http://schemas.microsoft.com/office/drawing/2014/main" id="{1B6C4BD6-8615-6BCC-F442-07365445B38F}"/>
                </a:ext>
              </a:extLst>
            </p:cNvPr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grpSp>
        <p:nvGrpSpPr>
          <p:cNvPr id="31" name="Google Shape;5303;p83">
            <a:extLst>
              <a:ext uri="{FF2B5EF4-FFF2-40B4-BE49-F238E27FC236}">
                <a16:creationId xmlns:a16="http://schemas.microsoft.com/office/drawing/2014/main" id="{5A3362F5-AD81-E55E-D830-0CED6A5F597D}"/>
              </a:ext>
            </a:extLst>
          </p:cNvPr>
          <p:cNvGrpSpPr/>
          <p:nvPr/>
        </p:nvGrpSpPr>
        <p:grpSpPr>
          <a:xfrm>
            <a:off x="4575885" y="5049999"/>
            <a:ext cx="354710" cy="228015"/>
            <a:chOff x="-27721750" y="3598250"/>
            <a:chExt cx="297750" cy="191400"/>
          </a:xfrm>
        </p:grpSpPr>
        <p:sp>
          <p:nvSpPr>
            <p:cNvPr id="32" name="Google Shape;5304;p83">
              <a:extLst>
                <a:ext uri="{FF2B5EF4-FFF2-40B4-BE49-F238E27FC236}">
                  <a16:creationId xmlns:a16="http://schemas.microsoft.com/office/drawing/2014/main" id="{A1CF0D99-3E80-A3A7-85A1-62F1AF601C6F}"/>
                </a:ext>
              </a:extLst>
            </p:cNvPr>
            <p:cNvSpPr/>
            <p:nvPr/>
          </p:nvSpPr>
          <p:spPr>
            <a:xfrm>
              <a:off x="-27616200" y="36518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33" name="Google Shape;5305;p83">
              <a:extLst>
                <a:ext uri="{FF2B5EF4-FFF2-40B4-BE49-F238E27FC236}">
                  <a16:creationId xmlns:a16="http://schemas.microsoft.com/office/drawing/2014/main" id="{9767B03F-3B3F-DACF-54D5-0A0D57FE9182}"/>
                </a:ext>
              </a:extLst>
            </p:cNvPr>
            <p:cNvSpPr/>
            <p:nvPr/>
          </p:nvSpPr>
          <p:spPr>
            <a:xfrm>
              <a:off x="-27721750" y="3598250"/>
              <a:ext cx="297750" cy="191400"/>
            </a:xfrm>
            <a:custGeom>
              <a:avLst/>
              <a:gdLst/>
              <a:ahLst/>
              <a:cxnLst/>
              <a:rect l="l" t="t" r="r" b="b"/>
              <a:pathLst>
                <a:path w="11910" h="7656" extrusionOk="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grpSp>
        <p:nvGrpSpPr>
          <p:cNvPr id="34" name="Google Shape;5603;p84">
            <a:extLst>
              <a:ext uri="{FF2B5EF4-FFF2-40B4-BE49-F238E27FC236}">
                <a16:creationId xmlns:a16="http://schemas.microsoft.com/office/drawing/2014/main" id="{83291231-4AD1-554A-21FC-CF9C39F50285}"/>
              </a:ext>
            </a:extLst>
          </p:cNvPr>
          <p:cNvGrpSpPr/>
          <p:nvPr/>
        </p:nvGrpSpPr>
        <p:grpSpPr>
          <a:xfrm>
            <a:off x="7064783" y="4255056"/>
            <a:ext cx="366364" cy="367290"/>
            <a:chOff x="-61783350" y="3743950"/>
            <a:chExt cx="316650" cy="317450"/>
          </a:xfrm>
        </p:grpSpPr>
        <p:sp>
          <p:nvSpPr>
            <p:cNvPr id="35" name="Google Shape;5604;p84">
              <a:extLst>
                <a:ext uri="{FF2B5EF4-FFF2-40B4-BE49-F238E27FC236}">
                  <a16:creationId xmlns:a16="http://schemas.microsoft.com/office/drawing/2014/main" id="{382A4FCF-2448-2C5F-CEB0-4FE1234F4798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36" name="Google Shape;5605;p84">
              <a:extLst>
                <a:ext uri="{FF2B5EF4-FFF2-40B4-BE49-F238E27FC236}">
                  <a16:creationId xmlns:a16="http://schemas.microsoft.com/office/drawing/2014/main" id="{72054995-94C5-341B-08EF-46A85CB55334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grpSp>
        <p:nvGrpSpPr>
          <p:cNvPr id="37" name="Google Shape;6784;p86">
            <a:extLst>
              <a:ext uri="{FF2B5EF4-FFF2-40B4-BE49-F238E27FC236}">
                <a16:creationId xmlns:a16="http://schemas.microsoft.com/office/drawing/2014/main" id="{3B6CC264-6DD5-B6C3-B2B8-FA8DE30DA934}"/>
              </a:ext>
            </a:extLst>
          </p:cNvPr>
          <p:cNvGrpSpPr/>
          <p:nvPr/>
        </p:nvGrpSpPr>
        <p:grpSpPr>
          <a:xfrm>
            <a:off x="9349047" y="4077530"/>
            <a:ext cx="356176" cy="355051"/>
            <a:chOff x="-47524975" y="3569100"/>
            <a:chExt cx="300875" cy="299925"/>
          </a:xfrm>
        </p:grpSpPr>
        <p:sp>
          <p:nvSpPr>
            <p:cNvPr id="38" name="Google Shape;6785;p86">
              <a:extLst>
                <a:ext uri="{FF2B5EF4-FFF2-40B4-BE49-F238E27FC236}">
                  <a16:creationId xmlns:a16="http://schemas.microsoft.com/office/drawing/2014/main" id="{2D808AE0-D178-2A5F-04D6-CAF4D220B13D}"/>
                </a:ext>
              </a:extLst>
            </p:cNvPr>
            <p:cNvSpPr/>
            <p:nvPr/>
          </p:nvSpPr>
          <p:spPr>
            <a:xfrm>
              <a:off x="-47524975" y="3755775"/>
              <a:ext cx="115000" cy="113250"/>
            </a:xfrm>
            <a:custGeom>
              <a:avLst/>
              <a:gdLst/>
              <a:ahLst/>
              <a:cxnLst/>
              <a:rect l="l" t="t" r="r" b="b"/>
              <a:pathLst>
                <a:path w="4600" h="4530" extrusionOk="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39" name="Google Shape;6786;p86">
              <a:extLst>
                <a:ext uri="{FF2B5EF4-FFF2-40B4-BE49-F238E27FC236}">
                  <a16:creationId xmlns:a16="http://schemas.microsoft.com/office/drawing/2014/main" id="{9319807A-3D1D-88A7-519E-335A237D0029}"/>
                </a:ext>
              </a:extLst>
            </p:cNvPr>
            <p:cNvSpPr/>
            <p:nvPr/>
          </p:nvSpPr>
          <p:spPr>
            <a:xfrm>
              <a:off x="-47346200" y="36746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0" name="Google Shape;6787;p86">
              <a:extLst>
                <a:ext uri="{FF2B5EF4-FFF2-40B4-BE49-F238E27FC236}">
                  <a16:creationId xmlns:a16="http://schemas.microsoft.com/office/drawing/2014/main" id="{019C2F21-AE2A-DC79-5169-9C7EC9D26AAC}"/>
                </a:ext>
              </a:extLst>
            </p:cNvPr>
            <p:cNvSpPr/>
            <p:nvPr/>
          </p:nvSpPr>
          <p:spPr>
            <a:xfrm>
              <a:off x="-47382425" y="364000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6788;p86">
              <a:extLst>
                <a:ext uri="{FF2B5EF4-FFF2-40B4-BE49-F238E27FC236}">
                  <a16:creationId xmlns:a16="http://schemas.microsoft.com/office/drawing/2014/main" id="{6A232853-8ADB-EF04-D977-787432DF15F9}"/>
                </a:ext>
              </a:extLst>
            </p:cNvPr>
            <p:cNvSpPr/>
            <p:nvPr/>
          </p:nvSpPr>
          <p:spPr>
            <a:xfrm>
              <a:off x="-47346975" y="36746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6789;p86">
              <a:extLst>
                <a:ext uri="{FF2B5EF4-FFF2-40B4-BE49-F238E27FC236}">
                  <a16:creationId xmlns:a16="http://schemas.microsoft.com/office/drawing/2014/main" id="{117B3249-B4EF-3237-1AA4-B321A8B6D6BD}"/>
                </a:ext>
              </a:extLst>
            </p:cNvPr>
            <p:cNvSpPr/>
            <p:nvPr/>
          </p:nvSpPr>
          <p:spPr>
            <a:xfrm>
              <a:off x="-47452525" y="3569100"/>
              <a:ext cx="228425" cy="228425"/>
            </a:xfrm>
            <a:custGeom>
              <a:avLst/>
              <a:gdLst/>
              <a:ahLst/>
              <a:cxnLst/>
              <a:rect l="l" t="t" r="r" b="b"/>
              <a:pathLst>
                <a:path w="9137" h="9137" extrusionOk="0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69390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A1F15-F373-545B-D083-00F9FAD6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Machine</a:t>
            </a:r>
            <a:r>
              <a:rPr lang="de-CH" dirty="0"/>
              <a:t> Learning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032FA5-524C-427C-1BB2-BEBBB813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Class </a:t>
            </a:r>
            <a:r>
              <a:rPr lang="de-CH" dirty="0" err="1"/>
              <a:t>prediction</a:t>
            </a:r>
            <a:r>
              <a:rPr lang="de-CH" dirty="0"/>
              <a:t> </a:t>
            </a:r>
          </a:p>
          <a:p>
            <a:r>
              <a:rPr lang="de-CH" dirty="0" err="1"/>
              <a:t>Used</a:t>
            </a:r>
            <a:r>
              <a:rPr lang="de-CH" dirty="0"/>
              <a:t> PCA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create</a:t>
            </a:r>
            <a:r>
              <a:rPr lang="de-CH" dirty="0"/>
              <a:t> a robust </a:t>
            </a:r>
            <a:r>
              <a:rPr lang="de-CH" dirty="0" err="1"/>
              <a:t>model</a:t>
            </a:r>
            <a:r>
              <a:rPr lang="de-CH" dirty="0"/>
              <a:t> </a:t>
            </a:r>
          </a:p>
          <a:p>
            <a:r>
              <a:rPr lang="de-CH" dirty="0"/>
              <a:t>3 Imbalance </a:t>
            </a:r>
            <a:r>
              <a:rPr lang="de-CH" dirty="0" err="1"/>
              <a:t>strategies</a:t>
            </a:r>
            <a:r>
              <a:rPr lang="de-CH" dirty="0"/>
              <a:t> </a:t>
            </a:r>
          </a:p>
          <a:p>
            <a:pPr lvl="1"/>
            <a:r>
              <a:rPr lang="de-CH" dirty="0"/>
              <a:t>SMOTE </a:t>
            </a:r>
          </a:p>
          <a:p>
            <a:pPr lvl="1"/>
            <a:r>
              <a:rPr lang="de-CH" dirty="0"/>
              <a:t>SMOTE-TOMEK</a:t>
            </a:r>
          </a:p>
          <a:p>
            <a:pPr lvl="1"/>
            <a:r>
              <a:rPr lang="de-CH" dirty="0"/>
              <a:t>Class </a:t>
            </a:r>
            <a:r>
              <a:rPr lang="de-CH" dirty="0" err="1"/>
              <a:t>weightening</a:t>
            </a:r>
            <a:endParaRPr lang="de-CH" dirty="0"/>
          </a:p>
          <a:p>
            <a:r>
              <a:rPr lang="de-CH" dirty="0"/>
              <a:t>4 Models  </a:t>
            </a:r>
            <a:r>
              <a:rPr lang="de-CH" dirty="0" err="1"/>
              <a:t>tested</a:t>
            </a:r>
            <a:endParaRPr lang="de-CH" dirty="0"/>
          </a:p>
          <a:p>
            <a:pPr lvl="1"/>
            <a:r>
              <a:rPr lang="de-CH" dirty="0"/>
              <a:t>Multinominal </a:t>
            </a:r>
            <a:r>
              <a:rPr lang="de-CH" dirty="0" err="1"/>
              <a:t>Logistic</a:t>
            </a:r>
            <a:r>
              <a:rPr lang="de-CH" dirty="0"/>
              <a:t> Regression</a:t>
            </a:r>
          </a:p>
          <a:p>
            <a:pPr lvl="1"/>
            <a:r>
              <a:rPr lang="de-CH" dirty="0"/>
              <a:t>Random Forest </a:t>
            </a:r>
          </a:p>
          <a:p>
            <a:pPr lvl="1"/>
            <a:r>
              <a:rPr lang="de-CH" dirty="0" err="1"/>
              <a:t>XGBoost</a:t>
            </a:r>
            <a:endParaRPr lang="de-CH" dirty="0"/>
          </a:p>
          <a:p>
            <a:pPr lvl="1"/>
            <a:r>
              <a:rPr lang="de-CH" dirty="0" err="1"/>
              <a:t>Multilayer</a:t>
            </a:r>
            <a:r>
              <a:rPr lang="de-CH" dirty="0"/>
              <a:t> </a:t>
            </a:r>
            <a:r>
              <a:rPr lang="de-CH" dirty="0" err="1"/>
              <a:t>Perceptron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9818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E9D74-C02C-C576-3576-1F454F19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Results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C384D0-0A28-25B0-6A84-BA9985377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Spatial</a:t>
            </a:r>
            <a:r>
              <a:rPr lang="de-CH" dirty="0"/>
              <a:t> </a:t>
            </a:r>
            <a:r>
              <a:rPr lang="de-CH" dirty="0" err="1"/>
              <a:t>Heatmaps</a:t>
            </a:r>
            <a:endParaRPr lang="de-CH" dirty="0"/>
          </a:p>
          <a:p>
            <a:pPr lvl="1"/>
            <a:r>
              <a:rPr lang="de-CH" dirty="0"/>
              <a:t>Show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heatmaps</a:t>
            </a:r>
            <a:endParaRPr lang="de-CH" dirty="0"/>
          </a:p>
          <a:p>
            <a:r>
              <a:rPr lang="de-CH" dirty="0" err="1"/>
              <a:t>Violin</a:t>
            </a:r>
            <a:r>
              <a:rPr lang="de-CH" dirty="0"/>
              <a:t> </a:t>
            </a:r>
            <a:r>
              <a:rPr lang="de-CH" dirty="0" err="1"/>
              <a:t>plots</a:t>
            </a:r>
            <a:r>
              <a:rPr lang="de-CH" dirty="0"/>
              <a:t> and </a:t>
            </a:r>
            <a:r>
              <a:rPr lang="de-CH" dirty="0" err="1"/>
              <a:t>statistical</a:t>
            </a:r>
            <a:r>
              <a:rPr lang="de-CH" dirty="0"/>
              <a:t> </a:t>
            </a:r>
            <a:r>
              <a:rPr lang="de-CH" dirty="0" err="1"/>
              <a:t>analysis</a:t>
            </a:r>
            <a:r>
              <a:rPr lang="de-CH" dirty="0"/>
              <a:t> </a:t>
            </a:r>
          </a:p>
          <a:p>
            <a:r>
              <a:rPr lang="de-CH" dirty="0"/>
              <a:t>Classification </a:t>
            </a:r>
            <a:r>
              <a:rPr lang="de-CH" dirty="0" err="1"/>
              <a:t>of</a:t>
            </a:r>
            <a:r>
              <a:rPr lang="de-CH" dirty="0"/>
              <a:t> ML</a:t>
            </a:r>
          </a:p>
          <a:p>
            <a:pPr lvl="1"/>
            <a:r>
              <a:rPr lang="de-CH" dirty="0" err="1"/>
              <a:t>Confusion</a:t>
            </a:r>
            <a:r>
              <a:rPr lang="de-CH" dirty="0"/>
              <a:t> </a:t>
            </a:r>
            <a:r>
              <a:rPr lang="de-CH" dirty="0" err="1"/>
              <a:t>matrix</a:t>
            </a:r>
            <a:r>
              <a:rPr lang="de-CH" dirty="0"/>
              <a:t> / </a:t>
            </a:r>
          </a:p>
          <a:p>
            <a:r>
              <a:rPr lang="de-CH" dirty="0"/>
              <a:t>UMAP </a:t>
            </a:r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39251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F96DD-544A-5517-7428-79294877F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Discussion</a:t>
            </a:r>
            <a:r>
              <a:rPr lang="de-CH" dirty="0"/>
              <a:t> &amp; </a:t>
            </a:r>
            <a:r>
              <a:rPr lang="de-CH" dirty="0" err="1"/>
              <a:t>Reflection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3F5BDE-F00E-ED89-F229-A5D96B95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Interpretation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results</a:t>
            </a:r>
            <a:r>
              <a:rPr lang="de-CH" dirty="0"/>
              <a:t> </a:t>
            </a:r>
          </a:p>
          <a:p>
            <a:r>
              <a:rPr lang="de-CH" dirty="0" err="1"/>
              <a:t>Limitations</a:t>
            </a:r>
            <a:r>
              <a:rPr lang="de-CH" dirty="0"/>
              <a:t> </a:t>
            </a:r>
          </a:p>
          <a:p>
            <a:pPr lvl="1"/>
            <a:r>
              <a:rPr lang="de-CH" dirty="0"/>
              <a:t>Limited </a:t>
            </a:r>
            <a:r>
              <a:rPr lang="de-CH" dirty="0" err="1"/>
              <a:t>dataset</a:t>
            </a:r>
            <a:r>
              <a:rPr lang="de-CH" dirty="0"/>
              <a:t> </a:t>
            </a:r>
          </a:p>
          <a:p>
            <a:pPr lvl="1"/>
            <a:r>
              <a:rPr lang="de-CH" dirty="0"/>
              <a:t>HPC </a:t>
            </a:r>
          </a:p>
          <a:p>
            <a:pPr lvl="1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2273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7AA855-F802-B770-8C2D-1E3EB572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Cellular</a:t>
            </a:r>
            <a:r>
              <a:rPr lang="de-CH" dirty="0"/>
              <a:t> </a:t>
            </a:r>
            <a:r>
              <a:rPr lang="de-CH" dirty="0" err="1"/>
              <a:t>composition</a:t>
            </a:r>
            <a:endParaRPr lang="de-CH" dirty="0"/>
          </a:p>
        </p:txBody>
      </p:sp>
      <p:pic>
        <p:nvPicPr>
          <p:cNvPr id="15" name="Inhaltsplatzhalter 14" descr="Ein Bild, das Text, Diagramm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7E447EE2-0068-6663-E588-58ACCC1D6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9"/>
          <a:stretch>
            <a:fillRect/>
          </a:stretch>
        </p:blipFill>
        <p:spPr>
          <a:xfrm>
            <a:off x="838200" y="1779261"/>
            <a:ext cx="10515600" cy="3552166"/>
          </a:xfrm>
        </p:spPr>
      </p:pic>
    </p:spTree>
    <p:extLst>
      <p:ext uri="{BB962C8B-B14F-4D97-AF65-F5344CB8AC3E}">
        <p14:creationId xmlns:p14="http://schemas.microsoft.com/office/powerpoint/2010/main" val="418388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12775-72D2-71F2-56F6-F563CF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Violin</a:t>
            </a:r>
            <a:r>
              <a:rPr lang="de-CH" dirty="0"/>
              <a:t> Plots</a:t>
            </a:r>
          </a:p>
        </p:txBody>
      </p:sp>
      <p:pic>
        <p:nvPicPr>
          <p:cNvPr id="5" name="Inhaltsplatzhalter 4" descr="Ein Bild, das Text, Origami, Diagramm, Papier enthält.&#10;&#10;KI-generierte Inhalte können fehlerhaft sein.">
            <a:extLst>
              <a:ext uri="{FF2B5EF4-FFF2-40B4-BE49-F238E27FC236}">
                <a16:creationId xmlns:a16="http://schemas.microsoft.com/office/drawing/2014/main" id="{1F328736-E9A0-768B-D892-28C01C604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2"/>
          <a:stretch>
            <a:fillRect/>
          </a:stretch>
        </p:blipFill>
        <p:spPr>
          <a:xfrm>
            <a:off x="4577827" y="659551"/>
            <a:ext cx="7403654" cy="5833324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AC5252B-6A9D-BAC5-590A-C4A1AB292DBE}"/>
              </a:ext>
            </a:extLst>
          </p:cNvPr>
          <p:cNvSpPr txBox="1"/>
          <p:nvPr/>
        </p:nvSpPr>
        <p:spPr>
          <a:xfrm>
            <a:off x="683394" y="1780674"/>
            <a:ext cx="35420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CH" dirty="0"/>
              <a:t>Statistical </a:t>
            </a:r>
            <a:r>
              <a:rPr lang="de-CH" dirty="0" err="1"/>
              <a:t>tests</a:t>
            </a:r>
            <a:r>
              <a:rPr lang="de-CH" dirty="0"/>
              <a:t> </a:t>
            </a:r>
            <a:r>
              <a:rPr lang="de-CH" dirty="0" err="1"/>
              <a:t>done</a:t>
            </a:r>
            <a:r>
              <a:rPr lang="de-CH" dirty="0"/>
              <a:t> with Kruskal Wallis</a:t>
            </a:r>
          </a:p>
          <a:p>
            <a:pPr marL="285750" indent="-285750">
              <a:buFontTx/>
              <a:buChar char="-"/>
            </a:pPr>
            <a:r>
              <a:rPr lang="de-CH" dirty="0"/>
              <a:t>Modest </a:t>
            </a:r>
            <a:r>
              <a:rPr lang="de-CH" dirty="0" err="1"/>
              <a:t>variation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groups</a:t>
            </a:r>
            <a:endParaRPr lang="de-CH" dirty="0"/>
          </a:p>
          <a:p>
            <a:pPr marL="285750" indent="-285750">
              <a:buFontTx/>
              <a:buChar char="-"/>
            </a:pPr>
            <a:r>
              <a:rPr lang="de-CH" dirty="0"/>
              <a:t>MSI-H </a:t>
            </a:r>
            <a:r>
              <a:rPr lang="de-CH" dirty="0" err="1"/>
              <a:t>has</a:t>
            </a:r>
            <a:r>
              <a:rPr lang="de-CH" dirty="0"/>
              <a:t> </a:t>
            </a:r>
            <a:r>
              <a:rPr lang="de-CH" dirty="0" err="1"/>
              <a:t>highest</a:t>
            </a:r>
            <a:r>
              <a:rPr lang="de-CH" dirty="0"/>
              <a:t> </a:t>
            </a:r>
            <a:r>
              <a:rPr lang="de-CH" dirty="0" err="1"/>
              <a:t>infiltration</a:t>
            </a:r>
            <a:r>
              <a:rPr lang="de-CH" dirty="0"/>
              <a:t> MSS/TMB-H </a:t>
            </a:r>
            <a:r>
              <a:rPr lang="de-CH" dirty="0" err="1"/>
              <a:t>is</a:t>
            </a:r>
            <a:r>
              <a:rPr lang="de-CH" dirty="0"/>
              <a:t> intermediate </a:t>
            </a:r>
          </a:p>
          <a:p>
            <a:pPr marL="285750" indent="-285750">
              <a:buFontTx/>
              <a:buChar char="-"/>
            </a:pPr>
            <a:r>
              <a:rPr lang="de-CH" dirty="0" err="1"/>
              <a:t>Necrosis</a:t>
            </a:r>
            <a:r>
              <a:rPr lang="de-CH" dirty="0"/>
              <a:t> </a:t>
            </a:r>
            <a:r>
              <a:rPr lang="de-CH" dirty="0" err="1"/>
              <a:t>strongest</a:t>
            </a:r>
            <a:r>
              <a:rPr lang="de-CH" dirty="0"/>
              <a:t> </a:t>
            </a:r>
            <a:r>
              <a:rPr lang="de-CH" dirty="0" err="1"/>
              <a:t>discriminator</a:t>
            </a:r>
            <a:r>
              <a:rPr lang="de-CH" dirty="0"/>
              <a:t>. </a:t>
            </a:r>
          </a:p>
          <a:p>
            <a:pPr marL="285750" indent="-285750">
              <a:buFontTx/>
              <a:buChar char="-"/>
            </a:pPr>
            <a:r>
              <a:rPr lang="de-CH" dirty="0"/>
              <a:t>MSS/TMB-H </a:t>
            </a:r>
            <a:r>
              <a:rPr lang="de-CH" dirty="0" err="1"/>
              <a:t>shows</a:t>
            </a:r>
            <a:r>
              <a:rPr lang="de-CH" dirty="0"/>
              <a:t> </a:t>
            </a:r>
            <a:r>
              <a:rPr lang="de-CH" dirty="0" err="1"/>
              <a:t>highest</a:t>
            </a:r>
            <a:r>
              <a:rPr lang="de-CH" dirty="0"/>
              <a:t> </a:t>
            </a:r>
            <a:r>
              <a:rPr lang="de-CH" dirty="0" err="1"/>
              <a:t>Necrosis</a:t>
            </a:r>
            <a:r>
              <a:rPr lang="de-CH" dirty="0"/>
              <a:t> </a:t>
            </a:r>
          </a:p>
          <a:p>
            <a:pPr marL="285750" indent="-285750">
              <a:buFontTx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9759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50E752-9C2F-D894-EDC3-F564D3DAB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ML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C2F07-0847-A4E9-12E0-733BE3958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77" y="1825625"/>
            <a:ext cx="5190423" cy="4351338"/>
          </a:xfrm>
        </p:spPr>
        <p:txBody>
          <a:bodyPr/>
          <a:lstStyle/>
          <a:p>
            <a:r>
              <a:rPr lang="de-CH" dirty="0"/>
              <a:t>12 Models </a:t>
            </a:r>
          </a:p>
          <a:p>
            <a:r>
              <a:rPr lang="de-CH" dirty="0" err="1"/>
              <a:t>XGBoost</a:t>
            </a:r>
            <a:r>
              <a:rPr lang="de-CH" dirty="0"/>
              <a:t> with SMOTE-TOMEK </a:t>
            </a:r>
          </a:p>
          <a:p>
            <a:r>
              <a:rPr lang="de-CH" dirty="0"/>
              <a:t>Random Forest with Class </a:t>
            </a:r>
            <a:r>
              <a:rPr lang="de-CH" dirty="0" err="1"/>
              <a:t>weight</a:t>
            </a:r>
            <a:r>
              <a:rPr lang="de-CH" dirty="0"/>
              <a:t> </a:t>
            </a:r>
          </a:p>
          <a:p>
            <a:endParaRPr lang="de-CH" dirty="0"/>
          </a:p>
        </p:txBody>
      </p:sp>
      <p:pic>
        <p:nvPicPr>
          <p:cNvPr id="5" name="Grafik 4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2D5EEC32-7D24-A468-F87E-CDF19A399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975" y="1462005"/>
            <a:ext cx="6281230" cy="507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01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D5D741-49D3-CCC5-49EF-73A538B1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UMAP </a:t>
            </a:r>
          </a:p>
        </p:txBody>
      </p:sp>
      <p:pic>
        <p:nvPicPr>
          <p:cNvPr id="5" name="Inhaltsplatzhalter 4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A793EB2-9621-2361-72F0-8C5D27BEC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716" y="365125"/>
            <a:ext cx="7577229" cy="637757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D69C257-D751-F41C-A0C2-E8726C56B772}"/>
              </a:ext>
            </a:extLst>
          </p:cNvPr>
          <p:cNvSpPr txBox="1"/>
          <p:nvPr/>
        </p:nvSpPr>
        <p:spPr>
          <a:xfrm>
            <a:off x="1074420" y="1607820"/>
            <a:ext cx="2702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More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see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Discussion</a:t>
            </a:r>
            <a:r>
              <a:rPr lang="de-CH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0625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3A5E2-E48C-96FD-D6AA-AC134D34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Limitations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BD73C1-F761-F5AF-E40A-13B76B1D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Class </a:t>
            </a:r>
            <a:r>
              <a:rPr lang="de-CH" dirty="0" err="1"/>
              <a:t>imbalance</a:t>
            </a:r>
            <a:r>
              <a:rPr lang="de-CH" dirty="0"/>
              <a:t> </a:t>
            </a:r>
          </a:p>
          <a:p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Cell-To-Cell</a:t>
            </a:r>
            <a:r>
              <a:rPr lang="de-CH" dirty="0"/>
              <a:t> </a:t>
            </a:r>
            <a:r>
              <a:rPr lang="de-CH" dirty="0" err="1"/>
              <a:t>interactions</a:t>
            </a:r>
            <a:r>
              <a:rPr lang="de-CH" dirty="0"/>
              <a:t> </a:t>
            </a:r>
          </a:p>
          <a:p>
            <a:r>
              <a:rPr lang="de-CH" dirty="0"/>
              <a:t>Need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higher</a:t>
            </a:r>
            <a:r>
              <a:rPr lang="de-CH" dirty="0"/>
              <a:t> </a:t>
            </a:r>
            <a:r>
              <a:rPr lang="de-CH" dirty="0" err="1"/>
              <a:t>quality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and </a:t>
            </a:r>
            <a:r>
              <a:rPr lang="de-CH" dirty="0" err="1"/>
              <a:t>more</a:t>
            </a:r>
            <a:r>
              <a:rPr lang="de-CH" dirty="0"/>
              <a:t> dat </a:t>
            </a:r>
          </a:p>
          <a:p>
            <a:r>
              <a:rPr lang="en-US" dirty="0"/>
              <a:t>Additionally, as mentioned in the methods, my analysis focused on mapping distributions. I did not perform quantitative interaction analysis, such as measuring the exact distances between immune and tumor cells.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57359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79091-17BE-F401-771E-1E622985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2119C9-DFC2-37A7-D968-F53E1EF5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The "Diffuse" Phenotype:</a:t>
            </a:r>
            <a:r>
              <a:rPr lang="en-US" sz="1200" dirty="0"/>
              <a:t> MSS/TMB-H is a distinct microenvironmental entity, not just a midpoint</a:t>
            </a:r>
            <a:r>
              <a:rPr lang="en-US" sz="1200" baseline="30000" dirty="0"/>
              <a:t>111111111</a:t>
            </a:r>
            <a:r>
              <a:rPr lang="en-US" sz="1200" dirty="0"/>
              <a:t>.</a:t>
            </a:r>
          </a:p>
          <a:p>
            <a:pPr lvl="1"/>
            <a:r>
              <a:rPr lang="en-US" sz="1200" dirty="0"/>
              <a:t>Unlike MSI-H (Hotspots) or MSS/TMB-L (Cold)</a:t>
            </a:r>
            <a:r>
              <a:rPr lang="en-US" sz="1200" baseline="30000" dirty="0"/>
              <a:t>2</a:t>
            </a:r>
            <a:r>
              <a:rPr lang="en-US" sz="1200" dirty="0"/>
              <a:t>.</a:t>
            </a:r>
          </a:p>
          <a:p>
            <a:pPr lvl="1"/>
            <a:r>
              <a:rPr lang="en-US" sz="1200" dirty="0"/>
              <a:t>Suggests immune cells are abundant but "trapped" in the stroma (Immune-Excluded)</a:t>
            </a:r>
            <a:r>
              <a:rPr lang="en-US" sz="1200" baseline="30000" dirty="0"/>
              <a:t>3333</a:t>
            </a:r>
            <a:r>
              <a:rPr lang="en-US" sz="1200" dirty="0"/>
              <a:t>.</a:t>
            </a:r>
          </a:p>
          <a:p>
            <a:r>
              <a:rPr lang="en-US" sz="1200" b="1" dirty="0"/>
              <a:t>Decoupling of Metrics:</a:t>
            </a:r>
            <a:r>
              <a:rPr lang="en-US" sz="1200" dirty="0"/>
              <a:t> In MSS/TMB-H, inflammatory </a:t>
            </a:r>
            <a:r>
              <a:rPr lang="en-US" sz="1200" i="1" dirty="0"/>
              <a:t>percentage</a:t>
            </a:r>
            <a:r>
              <a:rPr lang="en-US" sz="1200" dirty="0"/>
              <a:t> does not correlate with </a:t>
            </a:r>
            <a:r>
              <a:rPr lang="en-US" sz="1200" i="1" dirty="0"/>
              <a:t>density</a:t>
            </a:r>
            <a:r>
              <a:rPr lang="en-US" sz="1200" baseline="30000" dirty="0"/>
              <a:t>4444</a:t>
            </a:r>
            <a:r>
              <a:rPr lang="en-US" sz="1200" dirty="0"/>
              <a:t>.</a:t>
            </a:r>
          </a:p>
          <a:p>
            <a:r>
              <a:rPr lang="en-US" sz="1200" b="1" dirty="0"/>
              <a:t>Necrosis:</a:t>
            </a:r>
            <a:r>
              <a:rPr lang="en-US" sz="1200" dirty="0"/>
              <a:t> High neoplastic cell abundance and irregular necrosis contribute to structural heterogeneity</a:t>
            </a:r>
            <a:r>
              <a:rPr lang="en-US" sz="1200" baseline="30000" dirty="0"/>
              <a:t>5</a:t>
            </a:r>
            <a:r>
              <a:rPr lang="en-US" sz="1200" dirty="0"/>
              <a:t>.</a:t>
            </a:r>
          </a:p>
          <a:p>
            <a:r>
              <a:rPr lang="en-US" sz="1200" b="1" dirty="0"/>
              <a:t>Classification Overlap:</a:t>
            </a:r>
            <a:r>
              <a:rPr lang="en-US" sz="1200" dirty="0"/>
              <a:t> The model often confuses MSS/TMB-H with MSI-H, suggesting they share "immunogenic" traits despite different genetics</a:t>
            </a:r>
            <a:r>
              <a:rPr lang="en-US" sz="1200" baseline="30000" dirty="0"/>
              <a:t>6</a:t>
            </a:r>
            <a:r>
              <a:rPr lang="en-US" sz="1200" dirty="0"/>
              <a:t>.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06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AA3E5-B174-E83A-AC86-94F2691E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Questions?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81816-FCE2-8B94-A50D-98B78AAB7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58060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Breitbild</PresentationFormat>
  <Paragraphs>154</Paragraphs>
  <Slides>18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</vt:lpstr>
      <vt:lpstr>Segmenting Tumor Images to Study Immune Cells in Endometrial Cancer</vt:lpstr>
      <vt:lpstr>Table of Content </vt:lpstr>
      <vt:lpstr>Introduction &amp; Background</vt:lpstr>
      <vt:lpstr>Clinical Context</vt:lpstr>
      <vt:lpstr>Molecular subtypes</vt:lpstr>
      <vt:lpstr>Scope of the Project</vt:lpstr>
      <vt:lpstr>Methods</vt:lpstr>
      <vt:lpstr>Methodlogical Workflow</vt:lpstr>
      <vt:lpstr>Machine Learning</vt:lpstr>
      <vt:lpstr>Results</vt:lpstr>
      <vt:lpstr>Discussion &amp; Reflection</vt:lpstr>
      <vt:lpstr>Cellular composition</vt:lpstr>
      <vt:lpstr>Violin Plots</vt:lpstr>
      <vt:lpstr>ML </vt:lpstr>
      <vt:lpstr>UMAP </vt:lpstr>
      <vt:lpstr>Limitations</vt:lpstr>
      <vt:lpstr>Summary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Viscio Riccardo (visciric)</dc:creator>
  <cp:lastModifiedBy>Viscio Riccardo (visciric)</cp:lastModifiedBy>
  <cp:revision>1</cp:revision>
  <dcterms:created xsi:type="dcterms:W3CDTF">2025-12-13T10:03:22Z</dcterms:created>
  <dcterms:modified xsi:type="dcterms:W3CDTF">2025-12-14T08:47:50Z</dcterms:modified>
</cp:coreProperties>
</file>